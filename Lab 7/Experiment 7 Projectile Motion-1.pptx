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3">
  <p:sldMasterIdLst>
    <p:sldMasterId id="2147483648" r:id="rId4"/>
  </p:sldMasterIdLst>
  <p:sldIdLst>
    <p:sldId id="256" r:id="rId5"/>
    <p:sldId id="318" r:id="rId6"/>
    <p:sldId id="311" r:id="rId7"/>
    <p:sldId id="326" r:id="rId8"/>
    <p:sldId id="327" r:id="rId9"/>
    <p:sldId id="328" r:id="rId10"/>
    <p:sldId id="336" r:id="rId11"/>
    <p:sldId id="329" r:id="rId12"/>
    <p:sldId id="330" r:id="rId13"/>
    <p:sldId id="331" r:id="rId14"/>
    <p:sldId id="332" r:id="rId15"/>
    <p:sldId id="333" r:id="rId16"/>
    <p:sldId id="334" r:id="rId17"/>
    <p:sldId id="33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02" autoAdjust="0"/>
    <p:restoredTop sz="94660"/>
  </p:normalViewPr>
  <p:slideViewPr>
    <p:cSldViewPr snapToGrid="0">
      <p:cViewPr varScale="1">
        <p:scale>
          <a:sx n="69" d="100"/>
          <a:sy n="69" d="100"/>
        </p:scale>
        <p:origin x="486" y="5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Sommer" userId="f395cb0f48012637" providerId="LiveId" clId="{A303BCAF-5EEC-49B1-889A-81DCEF51F401}"/>
    <pc:docChg chg="modSld">
      <pc:chgData name="James Sommer" userId="f395cb0f48012637" providerId="LiveId" clId="{A303BCAF-5EEC-49B1-889A-81DCEF51F401}" dt="2023-11-30T20:40:56.690" v="2" actId="14100"/>
      <pc:docMkLst>
        <pc:docMk/>
      </pc:docMkLst>
      <pc:sldChg chg="modSp mod">
        <pc:chgData name="James Sommer" userId="f395cb0f48012637" providerId="LiveId" clId="{A303BCAF-5EEC-49B1-889A-81DCEF51F401}" dt="2023-11-30T20:40:56.690" v="2" actId="14100"/>
        <pc:sldMkLst>
          <pc:docMk/>
          <pc:sldMk cId="760487606" sldId="256"/>
        </pc:sldMkLst>
        <pc:spChg chg="mod">
          <ac:chgData name="James Sommer" userId="f395cb0f48012637" providerId="LiveId" clId="{A303BCAF-5EEC-49B1-889A-81DCEF51F401}" dt="2023-11-30T20:40:56.690" v="2" actId="14100"/>
          <ac:spMkLst>
            <pc:docMk/>
            <pc:sldMk cId="760487606" sldId="256"/>
            <ac:spMk id="2" creationId="{00000000-0000-0000-0000-000000000000}"/>
          </ac:spMkLst>
        </pc:spChg>
      </pc:sldChg>
    </pc:docChg>
  </pc:docChgLst>
  <pc:docChgLst>
    <pc:chgData name="Tyrone Clinton" userId="2714a063-c28e-4352-8623-706539b18aa4" providerId="ADAL" clId="{0E069DDA-AA02-4EC8-8173-8A59154A5297}"/>
    <pc:docChg chg="modSld">
      <pc:chgData name="Tyrone Clinton" userId="2714a063-c28e-4352-8623-706539b18aa4" providerId="ADAL" clId="{0E069DDA-AA02-4EC8-8173-8A59154A5297}" dt="2021-08-29T23:56:55.716" v="2"/>
      <pc:docMkLst>
        <pc:docMk/>
      </pc:docMkLst>
      <pc:sldChg chg="modSp">
        <pc:chgData name="Tyrone Clinton" userId="2714a063-c28e-4352-8623-706539b18aa4" providerId="ADAL" clId="{0E069DDA-AA02-4EC8-8173-8A59154A5297}" dt="2021-08-29T23:56:55.716" v="2"/>
        <pc:sldMkLst>
          <pc:docMk/>
          <pc:sldMk cId="3150149121" sldId="339"/>
        </pc:sldMkLst>
        <pc:spChg chg="mod">
          <ac:chgData name="Tyrone Clinton" userId="2714a063-c28e-4352-8623-706539b18aa4" providerId="ADAL" clId="{0E069DDA-AA02-4EC8-8173-8A59154A5297}" dt="2021-08-29T23:56:55.716" v="2"/>
          <ac:spMkLst>
            <pc:docMk/>
            <pc:sldMk cId="3150149121" sldId="339"/>
            <ac:spMk id="3" creationId="{00000000-0000-0000-0000-000000000000}"/>
          </ac:spMkLst>
        </pc:spChg>
      </pc:sldChg>
      <pc:sldChg chg="modSp">
        <pc:chgData name="Tyrone Clinton" userId="2714a063-c28e-4352-8623-706539b18aa4" providerId="ADAL" clId="{0E069DDA-AA02-4EC8-8173-8A59154A5297}" dt="2021-08-29T23:56:38.775" v="1" actId="20578"/>
        <pc:sldMkLst>
          <pc:docMk/>
          <pc:sldMk cId="3560281726" sldId="340"/>
        </pc:sldMkLst>
        <pc:spChg chg="mod">
          <ac:chgData name="Tyrone Clinton" userId="2714a063-c28e-4352-8623-706539b18aa4" providerId="ADAL" clId="{0E069DDA-AA02-4EC8-8173-8A59154A5297}" dt="2021-08-29T23:56:38.775" v="1" actId="20578"/>
          <ac:spMkLst>
            <pc:docMk/>
            <pc:sldMk cId="3560281726" sldId="340"/>
            <ac:spMk id="3" creationId="{00000000-0000-0000-0000-000000000000}"/>
          </ac:spMkLst>
        </pc:spChg>
      </pc:sldChg>
    </pc:docChg>
  </pc:docChgLst>
  <pc:docChgLst>
    <pc:chgData name="James Sommer" userId="f395cb0f48012637" providerId="LiveId" clId="{0A2C57BC-DF68-476A-9BDE-3CA6CEF22C0F}"/>
    <pc:docChg chg="undo custSel addSld delSld modSld">
      <pc:chgData name="James Sommer" userId="f395cb0f48012637" providerId="LiveId" clId="{0A2C57BC-DF68-476A-9BDE-3CA6CEF22C0F}" dt="2023-12-06T13:45:37.019" v="1425" actId="478"/>
      <pc:docMkLst>
        <pc:docMk/>
      </pc:docMkLst>
      <pc:sldChg chg="modSp mod">
        <pc:chgData name="James Sommer" userId="f395cb0f48012637" providerId="LiveId" clId="{0A2C57BC-DF68-476A-9BDE-3CA6CEF22C0F}" dt="2023-12-02T16:08:13.206" v="16" actId="1076"/>
        <pc:sldMkLst>
          <pc:docMk/>
          <pc:sldMk cId="760487606" sldId="256"/>
        </pc:sldMkLst>
        <pc:spChg chg="mod">
          <ac:chgData name="James Sommer" userId="f395cb0f48012637" providerId="LiveId" clId="{0A2C57BC-DF68-476A-9BDE-3CA6CEF22C0F}" dt="2023-12-02T16:08:13.206" v="16" actId="1076"/>
          <ac:spMkLst>
            <pc:docMk/>
            <pc:sldMk cId="760487606" sldId="256"/>
            <ac:spMk id="2" creationId="{00000000-0000-0000-0000-000000000000}"/>
          </ac:spMkLst>
        </pc:spChg>
      </pc:sldChg>
      <pc:sldChg chg="modSp mod modAnim">
        <pc:chgData name="James Sommer" userId="f395cb0f48012637" providerId="LiveId" clId="{0A2C57BC-DF68-476A-9BDE-3CA6CEF22C0F}" dt="2023-12-02T16:39:06.990" v="134" actId="403"/>
        <pc:sldMkLst>
          <pc:docMk/>
          <pc:sldMk cId="3222839442" sldId="311"/>
        </pc:sldMkLst>
        <pc:spChg chg="mod">
          <ac:chgData name="James Sommer" userId="f395cb0f48012637" providerId="LiveId" clId="{0A2C57BC-DF68-476A-9BDE-3CA6CEF22C0F}" dt="2023-12-02T16:38:42.228" v="131" actId="14100"/>
          <ac:spMkLst>
            <pc:docMk/>
            <pc:sldMk cId="3222839442" sldId="311"/>
            <ac:spMk id="2" creationId="{00000000-0000-0000-0000-000000000000}"/>
          </ac:spMkLst>
        </pc:spChg>
        <pc:spChg chg="mod">
          <ac:chgData name="James Sommer" userId="f395cb0f48012637" providerId="LiveId" clId="{0A2C57BC-DF68-476A-9BDE-3CA6CEF22C0F}" dt="2023-12-02T16:39:06.990" v="134" actId="403"/>
          <ac:spMkLst>
            <pc:docMk/>
            <pc:sldMk cId="3222839442" sldId="311"/>
            <ac:spMk id="3" creationId="{00000000-0000-0000-0000-000000000000}"/>
          </ac:spMkLst>
        </pc:spChg>
      </pc:sldChg>
      <pc:sldChg chg="del">
        <pc:chgData name="James Sommer" userId="f395cb0f48012637" providerId="LiveId" clId="{0A2C57BC-DF68-476A-9BDE-3CA6CEF22C0F}" dt="2023-12-02T16:41:08.690" v="218" actId="2696"/>
        <pc:sldMkLst>
          <pc:docMk/>
          <pc:sldMk cId="865022532" sldId="313"/>
        </pc:sldMkLst>
      </pc:sldChg>
      <pc:sldChg chg="addSp delSp modSp mod modAnim">
        <pc:chgData name="James Sommer" userId="f395cb0f48012637" providerId="LiveId" clId="{0A2C57BC-DF68-476A-9BDE-3CA6CEF22C0F}" dt="2023-12-04T20:19:59.329" v="1334" actId="20577"/>
        <pc:sldMkLst>
          <pc:docMk/>
          <pc:sldMk cId="2656068651" sldId="318"/>
        </pc:sldMkLst>
        <pc:spChg chg="mod">
          <ac:chgData name="James Sommer" userId="f395cb0f48012637" providerId="LiveId" clId="{0A2C57BC-DF68-476A-9BDE-3CA6CEF22C0F}" dt="2023-12-04T20:18:58.918" v="1312" actId="20577"/>
          <ac:spMkLst>
            <pc:docMk/>
            <pc:sldMk cId="2656068651" sldId="318"/>
            <ac:spMk id="2" creationId="{00000000-0000-0000-0000-000000000000}"/>
          </ac:spMkLst>
        </pc:spChg>
        <pc:spChg chg="mod">
          <ac:chgData name="James Sommer" userId="f395cb0f48012637" providerId="LiveId" clId="{0A2C57BC-DF68-476A-9BDE-3CA6CEF22C0F}" dt="2023-12-04T20:19:59.329" v="1334" actId="20577"/>
          <ac:spMkLst>
            <pc:docMk/>
            <pc:sldMk cId="2656068651" sldId="318"/>
            <ac:spMk id="3" creationId="{00000000-0000-0000-0000-000000000000}"/>
          </ac:spMkLst>
        </pc:spChg>
        <pc:spChg chg="add del">
          <ac:chgData name="James Sommer" userId="f395cb0f48012637" providerId="LiveId" clId="{0A2C57BC-DF68-476A-9BDE-3CA6CEF22C0F}" dt="2023-12-02T16:11:49.980" v="33"/>
          <ac:spMkLst>
            <pc:docMk/>
            <pc:sldMk cId="2656068651" sldId="318"/>
            <ac:spMk id="4" creationId="{061C348C-6783-9E16-B624-48588B06BCE5}"/>
          </ac:spMkLst>
        </pc:spChg>
        <pc:spChg chg="add del">
          <ac:chgData name="James Sommer" userId="f395cb0f48012637" providerId="LiveId" clId="{0A2C57BC-DF68-476A-9BDE-3CA6CEF22C0F}" dt="2023-12-02T16:12:13.053" v="37"/>
          <ac:spMkLst>
            <pc:docMk/>
            <pc:sldMk cId="2656068651" sldId="318"/>
            <ac:spMk id="6" creationId="{6E9FA353-2F28-E505-13E6-353ADFD8C8EB}"/>
          </ac:spMkLst>
        </pc:spChg>
        <pc:graphicFrameChg chg="add del">
          <ac:chgData name="James Sommer" userId="f395cb0f48012637" providerId="LiveId" clId="{0A2C57BC-DF68-476A-9BDE-3CA6CEF22C0F}" dt="2023-12-02T16:11:49.980" v="33"/>
          <ac:graphicFrameMkLst>
            <pc:docMk/>
            <pc:sldMk cId="2656068651" sldId="318"/>
            <ac:graphicFrameMk id="5" creationId="{EFC982F4-C2DF-9082-1FDD-AEB7A46D1E71}"/>
          </ac:graphicFrameMkLst>
        </pc:graphicFrameChg>
        <pc:graphicFrameChg chg="add del">
          <ac:chgData name="James Sommer" userId="f395cb0f48012637" providerId="LiveId" clId="{0A2C57BC-DF68-476A-9BDE-3CA6CEF22C0F}" dt="2023-12-02T16:12:13.053" v="37"/>
          <ac:graphicFrameMkLst>
            <pc:docMk/>
            <pc:sldMk cId="2656068651" sldId="318"/>
            <ac:graphicFrameMk id="7" creationId="{34A8B70C-AB97-A1CF-552E-423A8CE9CF0C}"/>
          </ac:graphicFrameMkLst>
        </pc:graphicFrameChg>
      </pc:sldChg>
      <pc:sldChg chg="del">
        <pc:chgData name="James Sommer" userId="f395cb0f48012637" providerId="LiveId" clId="{0A2C57BC-DF68-476A-9BDE-3CA6CEF22C0F}" dt="2023-12-02T16:41:12.608" v="219" actId="2696"/>
        <pc:sldMkLst>
          <pc:docMk/>
          <pc:sldMk cId="1372433121" sldId="325"/>
        </pc:sldMkLst>
      </pc:sldChg>
      <pc:sldChg chg="addSp delSp modSp new mod">
        <pc:chgData name="James Sommer" userId="f395cb0f48012637" providerId="LiveId" clId="{0A2C57BC-DF68-476A-9BDE-3CA6CEF22C0F}" dt="2023-12-02T16:40:55.319" v="217" actId="1076"/>
        <pc:sldMkLst>
          <pc:docMk/>
          <pc:sldMk cId="2696085208" sldId="326"/>
        </pc:sldMkLst>
        <pc:spChg chg="mod">
          <ac:chgData name="James Sommer" userId="f395cb0f48012637" providerId="LiveId" clId="{0A2C57BC-DF68-476A-9BDE-3CA6CEF22C0F}" dt="2023-12-02T16:40:29.596" v="210" actId="14100"/>
          <ac:spMkLst>
            <pc:docMk/>
            <pc:sldMk cId="2696085208" sldId="326"/>
            <ac:spMk id="2" creationId="{83B9C6C4-3C3B-8E09-128B-64EE0A035447}"/>
          </ac:spMkLst>
        </pc:spChg>
        <pc:spChg chg="add del mod">
          <ac:chgData name="James Sommer" userId="f395cb0f48012637" providerId="LiveId" clId="{0A2C57BC-DF68-476A-9BDE-3CA6CEF22C0F}" dt="2023-12-02T16:39:48.570" v="143"/>
          <ac:spMkLst>
            <pc:docMk/>
            <pc:sldMk cId="2696085208" sldId="326"/>
            <ac:spMk id="3" creationId="{32C2B845-40A3-1B60-A05A-5B01A4878B14}"/>
          </ac:spMkLst>
        </pc:spChg>
        <pc:spChg chg="add del mod">
          <ac:chgData name="James Sommer" userId="f395cb0f48012637" providerId="LiveId" clId="{0A2C57BC-DF68-476A-9BDE-3CA6CEF22C0F}" dt="2023-12-02T16:39:37.355" v="139"/>
          <ac:spMkLst>
            <pc:docMk/>
            <pc:sldMk cId="2696085208" sldId="326"/>
            <ac:spMk id="5" creationId="{6313C476-6ECF-E36B-A441-85CDC577E1BD}"/>
          </ac:spMkLst>
        </pc:spChg>
        <pc:graphicFrameChg chg="add del mod">
          <ac:chgData name="James Sommer" userId="f395cb0f48012637" providerId="LiveId" clId="{0A2C57BC-DF68-476A-9BDE-3CA6CEF22C0F}" dt="2023-12-02T16:39:37.355" v="139"/>
          <ac:graphicFrameMkLst>
            <pc:docMk/>
            <pc:sldMk cId="2696085208" sldId="326"/>
            <ac:graphicFrameMk id="4" creationId="{04EA4A1A-3824-50C9-005E-2B361820491E}"/>
          </ac:graphicFrameMkLst>
        </pc:graphicFrameChg>
        <pc:picChg chg="add mod">
          <ac:chgData name="James Sommer" userId="f395cb0f48012637" providerId="LiveId" clId="{0A2C57BC-DF68-476A-9BDE-3CA6CEF22C0F}" dt="2023-12-02T16:40:31.392" v="211" actId="1076"/>
          <ac:picMkLst>
            <pc:docMk/>
            <pc:sldMk cId="2696085208" sldId="326"/>
            <ac:picMk id="6" creationId="{919D720F-0CF0-30D5-7C21-800F97E56848}"/>
          </ac:picMkLst>
        </pc:picChg>
        <pc:picChg chg="add mod">
          <ac:chgData name="James Sommer" userId="f395cb0f48012637" providerId="LiveId" clId="{0A2C57BC-DF68-476A-9BDE-3CA6CEF22C0F}" dt="2023-12-02T16:40:55.319" v="217" actId="1076"/>
          <ac:picMkLst>
            <pc:docMk/>
            <pc:sldMk cId="2696085208" sldId="326"/>
            <ac:picMk id="7" creationId="{07E93145-0C44-1695-47BB-97298F8CCCDD}"/>
          </ac:picMkLst>
        </pc:picChg>
      </pc:sldChg>
      <pc:sldChg chg="modSp new mod">
        <pc:chgData name="James Sommer" userId="f395cb0f48012637" providerId="LiveId" clId="{0A2C57BC-DF68-476A-9BDE-3CA6CEF22C0F}" dt="2023-12-06T13:40:51.763" v="1418" actId="5793"/>
        <pc:sldMkLst>
          <pc:docMk/>
          <pc:sldMk cId="3933607496" sldId="327"/>
        </pc:sldMkLst>
        <pc:spChg chg="mod">
          <ac:chgData name="James Sommer" userId="f395cb0f48012637" providerId="LiveId" clId="{0A2C57BC-DF68-476A-9BDE-3CA6CEF22C0F}" dt="2023-12-06T13:40:15.520" v="1415" actId="14100"/>
          <ac:spMkLst>
            <pc:docMk/>
            <pc:sldMk cId="3933607496" sldId="327"/>
            <ac:spMk id="2" creationId="{41EEB431-8EB4-B72D-E620-BE71AAEC8785}"/>
          </ac:spMkLst>
        </pc:spChg>
        <pc:spChg chg="mod">
          <ac:chgData name="James Sommer" userId="f395cb0f48012637" providerId="LiveId" clId="{0A2C57BC-DF68-476A-9BDE-3CA6CEF22C0F}" dt="2023-12-06T13:40:51.763" v="1418" actId="5793"/>
          <ac:spMkLst>
            <pc:docMk/>
            <pc:sldMk cId="3933607496" sldId="327"/>
            <ac:spMk id="3" creationId="{A9FBF4DC-BE3B-E231-D15D-61B9BA9491BC}"/>
          </ac:spMkLst>
        </pc:spChg>
      </pc:sldChg>
      <pc:sldChg chg="addSp delSp modSp new mod">
        <pc:chgData name="James Sommer" userId="f395cb0f48012637" providerId="LiveId" clId="{0A2C57BC-DF68-476A-9BDE-3CA6CEF22C0F}" dt="2023-12-04T21:06:13.823" v="1359" actId="5793"/>
        <pc:sldMkLst>
          <pc:docMk/>
          <pc:sldMk cId="2149332699" sldId="328"/>
        </pc:sldMkLst>
        <pc:spChg chg="mod">
          <ac:chgData name="James Sommer" userId="f395cb0f48012637" providerId="LiveId" clId="{0A2C57BC-DF68-476A-9BDE-3CA6CEF22C0F}" dt="2023-12-02T17:17:27.359" v="260" actId="1076"/>
          <ac:spMkLst>
            <pc:docMk/>
            <pc:sldMk cId="2149332699" sldId="328"/>
            <ac:spMk id="2" creationId="{AFE9348C-A3A1-AE5E-9473-1335F03A7C18}"/>
          </ac:spMkLst>
        </pc:spChg>
        <pc:spChg chg="mod">
          <ac:chgData name="James Sommer" userId="f395cb0f48012637" providerId="LiveId" clId="{0A2C57BC-DF68-476A-9BDE-3CA6CEF22C0F}" dt="2023-12-04T21:06:13.823" v="1359" actId="5793"/>
          <ac:spMkLst>
            <pc:docMk/>
            <pc:sldMk cId="2149332699" sldId="328"/>
            <ac:spMk id="3" creationId="{A867CABE-8C0E-680D-7B47-DA9438736974}"/>
          </ac:spMkLst>
        </pc:spChg>
        <pc:picChg chg="add del">
          <ac:chgData name="James Sommer" userId="f395cb0f48012637" providerId="LiveId" clId="{0A2C57BC-DF68-476A-9BDE-3CA6CEF22C0F}" dt="2023-12-04T21:05:50.743" v="1355"/>
          <ac:picMkLst>
            <pc:docMk/>
            <pc:sldMk cId="2149332699" sldId="328"/>
            <ac:picMk id="4" creationId="{D63BA90E-A795-6EF4-9002-619D04BAAF7D}"/>
          </ac:picMkLst>
        </pc:picChg>
        <pc:picChg chg="add mod">
          <ac:chgData name="James Sommer" userId="f395cb0f48012637" providerId="LiveId" clId="{0A2C57BC-DF68-476A-9BDE-3CA6CEF22C0F}" dt="2023-12-04T21:05:57.091" v="1358" actId="1076"/>
          <ac:picMkLst>
            <pc:docMk/>
            <pc:sldMk cId="2149332699" sldId="328"/>
            <ac:picMk id="5" creationId="{75B9BFC0-889E-A419-741D-8F540C056D8D}"/>
          </ac:picMkLst>
        </pc:picChg>
      </pc:sldChg>
      <pc:sldChg chg="addSp delSp modSp new mod">
        <pc:chgData name="James Sommer" userId="f395cb0f48012637" providerId="LiveId" clId="{0A2C57BC-DF68-476A-9BDE-3CA6CEF22C0F}" dt="2023-12-06T13:45:37.019" v="1425" actId="478"/>
        <pc:sldMkLst>
          <pc:docMk/>
          <pc:sldMk cId="402252403" sldId="329"/>
        </pc:sldMkLst>
        <pc:spChg chg="mod">
          <ac:chgData name="James Sommer" userId="f395cb0f48012637" providerId="LiveId" clId="{0A2C57BC-DF68-476A-9BDE-3CA6CEF22C0F}" dt="2023-12-02T17:19:08.969" v="284" actId="20577"/>
          <ac:spMkLst>
            <pc:docMk/>
            <pc:sldMk cId="402252403" sldId="329"/>
            <ac:spMk id="2" creationId="{20858F7F-BF07-435B-545A-B900CD706B29}"/>
          </ac:spMkLst>
        </pc:spChg>
        <pc:spChg chg="add del mod">
          <ac:chgData name="James Sommer" userId="f395cb0f48012637" providerId="LiveId" clId="{0A2C57BC-DF68-476A-9BDE-3CA6CEF22C0F}" dt="2023-12-06T13:43:45.771" v="1424" actId="6549"/>
          <ac:spMkLst>
            <pc:docMk/>
            <pc:sldMk cId="402252403" sldId="329"/>
            <ac:spMk id="3" creationId="{D16BEB5A-5A2D-2BF4-6DC7-21B5ABF7D2F7}"/>
          </ac:spMkLst>
        </pc:spChg>
        <pc:spChg chg="add del mod">
          <ac:chgData name="James Sommer" userId="f395cb0f48012637" providerId="LiveId" clId="{0A2C57BC-DF68-476A-9BDE-3CA6CEF22C0F}" dt="2023-12-02T17:20:04.455" v="339"/>
          <ac:spMkLst>
            <pc:docMk/>
            <pc:sldMk cId="402252403" sldId="329"/>
            <ac:spMk id="7" creationId="{60F1BA61-67CA-7E48-005B-3BEAE9A9F1B9}"/>
          </ac:spMkLst>
        </pc:spChg>
        <pc:spChg chg="add del mod">
          <ac:chgData name="James Sommer" userId="f395cb0f48012637" providerId="LiveId" clId="{0A2C57BC-DF68-476A-9BDE-3CA6CEF22C0F}" dt="2023-12-02T17:20:04.455" v="339"/>
          <ac:spMkLst>
            <pc:docMk/>
            <pc:sldMk cId="402252403" sldId="329"/>
            <ac:spMk id="9" creationId="{5F24B7CC-36FA-F93E-FBF6-85660AC35C24}"/>
          </ac:spMkLst>
        </pc:spChg>
        <pc:spChg chg="add del mod">
          <ac:chgData name="James Sommer" userId="f395cb0f48012637" providerId="LiveId" clId="{0A2C57BC-DF68-476A-9BDE-3CA6CEF22C0F}" dt="2023-12-02T17:20:15.527" v="342" actId="478"/>
          <ac:spMkLst>
            <pc:docMk/>
            <pc:sldMk cId="402252403" sldId="329"/>
            <ac:spMk id="10" creationId="{6F787362-DB15-2BFE-D625-296C29F74086}"/>
          </ac:spMkLst>
        </pc:spChg>
        <pc:spChg chg="add del mod">
          <ac:chgData name="James Sommer" userId="f395cb0f48012637" providerId="LiveId" clId="{0A2C57BC-DF68-476A-9BDE-3CA6CEF22C0F}" dt="2023-12-02T17:20:15.527" v="342" actId="478"/>
          <ac:spMkLst>
            <pc:docMk/>
            <pc:sldMk cId="402252403" sldId="329"/>
            <ac:spMk id="12" creationId="{3080CB68-0A4B-1C4E-D1E5-D4B5918D58D7}"/>
          </ac:spMkLst>
        </pc:spChg>
        <pc:spChg chg="add del mod">
          <ac:chgData name="James Sommer" userId="f395cb0f48012637" providerId="LiveId" clId="{0A2C57BC-DF68-476A-9BDE-3CA6CEF22C0F}" dt="2023-12-02T17:20:49.782" v="346" actId="478"/>
          <ac:spMkLst>
            <pc:docMk/>
            <pc:sldMk cId="402252403" sldId="329"/>
            <ac:spMk id="13" creationId="{97189C2B-2FCE-C04D-F8F8-4ACF65C3C994}"/>
          </ac:spMkLst>
        </pc:spChg>
        <pc:spChg chg="add del mod">
          <ac:chgData name="James Sommer" userId="f395cb0f48012637" providerId="LiveId" clId="{0A2C57BC-DF68-476A-9BDE-3CA6CEF22C0F}" dt="2023-12-02T17:20:49.782" v="346" actId="478"/>
          <ac:spMkLst>
            <pc:docMk/>
            <pc:sldMk cId="402252403" sldId="329"/>
            <ac:spMk id="15" creationId="{C1886289-DE7B-5C48-665D-E39EFBBDA95D}"/>
          </ac:spMkLst>
        </pc:spChg>
        <pc:spChg chg="add del mod">
          <ac:chgData name="James Sommer" userId="f395cb0f48012637" providerId="LiveId" clId="{0A2C57BC-DF68-476A-9BDE-3CA6CEF22C0F}" dt="2023-12-02T17:23:11.313" v="386"/>
          <ac:spMkLst>
            <pc:docMk/>
            <pc:sldMk cId="402252403" sldId="329"/>
            <ac:spMk id="18" creationId="{100F1D24-6BE8-967A-7874-2601B04DDC87}"/>
          </ac:spMkLst>
        </pc:spChg>
        <pc:spChg chg="add del mod">
          <ac:chgData name="James Sommer" userId="f395cb0f48012637" providerId="LiveId" clId="{0A2C57BC-DF68-476A-9BDE-3CA6CEF22C0F}" dt="2023-12-02T17:23:11.313" v="386"/>
          <ac:spMkLst>
            <pc:docMk/>
            <pc:sldMk cId="402252403" sldId="329"/>
            <ac:spMk id="19" creationId="{44403627-C466-8B70-4D54-919E33B69DFD}"/>
          </ac:spMkLst>
        </pc:spChg>
        <pc:spChg chg="add del mod">
          <ac:chgData name="James Sommer" userId="f395cb0f48012637" providerId="LiveId" clId="{0A2C57BC-DF68-476A-9BDE-3CA6CEF22C0F}" dt="2023-12-02T17:23:35.627" v="393"/>
          <ac:spMkLst>
            <pc:docMk/>
            <pc:sldMk cId="402252403" sldId="329"/>
            <ac:spMk id="21" creationId="{ABC2B540-10E6-BFB3-DB22-7F9FDE53FB7E}"/>
          </ac:spMkLst>
        </pc:spChg>
        <pc:spChg chg="add del mod">
          <ac:chgData name="James Sommer" userId="f395cb0f48012637" providerId="LiveId" clId="{0A2C57BC-DF68-476A-9BDE-3CA6CEF22C0F}" dt="2023-12-02T17:23:35.627" v="393"/>
          <ac:spMkLst>
            <pc:docMk/>
            <pc:sldMk cId="402252403" sldId="329"/>
            <ac:spMk id="22" creationId="{1308C444-1BCD-AF5E-ABA3-C0C3FCCD0DE6}"/>
          </ac:spMkLst>
        </pc:spChg>
        <pc:graphicFrameChg chg="add del mod">
          <ac:chgData name="James Sommer" userId="f395cb0f48012637" providerId="LiveId" clId="{0A2C57BC-DF68-476A-9BDE-3CA6CEF22C0F}" dt="2023-12-02T17:18:43.146" v="274"/>
          <ac:graphicFrameMkLst>
            <pc:docMk/>
            <pc:sldMk cId="402252403" sldId="329"/>
            <ac:graphicFrameMk id="4" creationId="{7F831CD6-6C85-E6BF-41AD-B8A26007C238}"/>
          </ac:graphicFrameMkLst>
        </pc:graphicFrameChg>
        <pc:graphicFrameChg chg="add del mod">
          <ac:chgData name="James Sommer" userId="f395cb0f48012637" providerId="LiveId" clId="{0A2C57BC-DF68-476A-9BDE-3CA6CEF22C0F}" dt="2023-12-02T17:18:43.146" v="274"/>
          <ac:graphicFrameMkLst>
            <pc:docMk/>
            <pc:sldMk cId="402252403" sldId="329"/>
            <ac:graphicFrameMk id="5" creationId="{0A8D88F1-9E03-177F-2425-4BE5BF265289}"/>
          </ac:graphicFrameMkLst>
        </pc:graphicFrameChg>
        <pc:graphicFrameChg chg="add del mod">
          <ac:chgData name="James Sommer" userId="f395cb0f48012637" providerId="LiveId" clId="{0A2C57BC-DF68-476A-9BDE-3CA6CEF22C0F}" dt="2023-12-02T17:20:04.455" v="339"/>
          <ac:graphicFrameMkLst>
            <pc:docMk/>
            <pc:sldMk cId="402252403" sldId="329"/>
            <ac:graphicFrameMk id="8" creationId="{4A36350D-0944-BCA5-7CAB-E0E2C0745C3E}"/>
          </ac:graphicFrameMkLst>
        </pc:graphicFrameChg>
        <pc:graphicFrameChg chg="add del mod">
          <ac:chgData name="James Sommer" userId="f395cb0f48012637" providerId="LiveId" clId="{0A2C57BC-DF68-476A-9BDE-3CA6CEF22C0F}" dt="2023-12-02T17:20:15.527" v="342" actId="478"/>
          <ac:graphicFrameMkLst>
            <pc:docMk/>
            <pc:sldMk cId="402252403" sldId="329"/>
            <ac:graphicFrameMk id="11" creationId="{6F7A2B94-C3ED-CD3D-6581-11BC73B42F20}"/>
          </ac:graphicFrameMkLst>
        </pc:graphicFrameChg>
        <pc:graphicFrameChg chg="add del mod">
          <ac:chgData name="James Sommer" userId="f395cb0f48012637" providerId="LiveId" clId="{0A2C57BC-DF68-476A-9BDE-3CA6CEF22C0F}" dt="2023-12-02T17:20:49.782" v="346" actId="478"/>
          <ac:graphicFrameMkLst>
            <pc:docMk/>
            <pc:sldMk cId="402252403" sldId="329"/>
            <ac:graphicFrameMk id="14" creationId="{84DC14F0-1FE1-24E2-03EC-6817C5DBFF5B}"/>
          </ac:graphicFrameMkLst>
        </pc:graphicFrameChg>
        <pc:picChg chg="add del mod">
          <ac:chgData name="James Sommer" userId="f395cb0f48012637" providerId="LiveId" clId="{0A2C57BC-DF68-476A-9BDE-3CA6CEF22C0F}" dt="2023-12-02T17:19:50.633" v="292" actId="478"/>
          <ac:picMkLst>
            <pc:docMk/>
            <pc:sldMk cId="402252403" sldId="329"/>
            <ac:picMk id="6" creationId="{76394F26-738D-3690-5E21-6E0DD31E552D}"/>
          </ac:picMkLst>
        </pc:picChg>
        <pc:picChg chg="add mod">
          <ac:chgData name="James Sommer" userId="f395cb0f48012637" providerId="LiveId" clId="{0A2C57BC-DF68-476A-9BDE-3CA6CEF22C0F}" dt="2023-12-02T17:23:21.988" v="389" actId="1076"/>
          <ac:picMkLst>
            <pc:docMk/>
            <pc:sldMk cId="402252403" sldId="329"/>
            <ac:picMk id="16" creationId="{D969E0DE-7DE1-3B9F-DDCD-BD5DF8C7D4C5}"/>
          </ac:picMkLst>
        </pc:picChg>
        <pc:picChg chg="add del">
          <ac:chgData name="James Sommer" userId="f395cb0f48012637" providerId="LiveId" clId="{0A2C57BC-DF68-476A-9BDE-3CA6CEF22C0F}" dt="2023-12-02T17:22:55.125" v="369"/>
          <ac:picMkLst>
            <pc:docMk/>
            <pc:sldMk cId="402252403" sldId="329"/>
            <ac:picMk id="17" creationId="{96BDA41D-9A57-D2F8-A620-872DBA8874D4}"/>
          </ac:picMkLst>
        </pc:picChg>
        <pc:picChg chg="add del">
          <ac:chgData name="James Sommer" userId="f395cb0f48012637" providerId="LiveId" clId="{0A2C57BC-DF68-476A-9BDE-3CA6CEF22C0F}" dt="2023-12-06T13:45:37.019" v="1425" actId="478"/>
          <ac:picMkLst>
            <pc:docMk/>
            <pc:sldMk cId="402252403" sldId="329"/>
            <ac:picMk id="20" creationId="{65DEE9AF-A604-BB66-EAD8-D80329BFEC13}"/>
          </ac:picMkLst>
        </pc:picChg>
        <pc:picChg chg="add mod">
          <ac:chgData name="James Sommer" userId="f395cb0f48012637" providerId="LiveId" clId="{0A2C57BC-DF68-476A-9BDE-3CA6CEF22C0F}" dt="2023-12-04T21:06:31.028" v="1363" actId="1076"/>
          <ac:picMkLst>
            <pc:docMk/>
            <pc:sldMk cId="402252403" sldId="329"/>
            <ac:picMk id="23" creationId="{5815DC73-60AE-E617-D755-510C4AFAE022}"/>
          </ac:picMkLst>
        </pc:picChg>
        <pc:picChg chg="add del mod">
          <ac:chgData name="James Sommer" userId="f395cb0f48012637" providerId="LiveId" clId="{0A2C57BC-DF68-476A-9BDE-3CA6CEF22C0F}" dt="2023-12-02T17:18:43.146" v="274"/>
          <ac:picMkLst>
            <pc:docMk/>
            <pc:sldMk cId="402252403" sldId="329"/>
            <ac:picMk id="3074" creationId="{12E73843-F706-C48B-32EF-4184D64A6D78}"/>
          </ac:picMkLst>
        </pc:picChg>
        <pc:picChg chg="add del mod">
          <ac:chgData name="James Sommer" userId="f395cb0f48012637" providerId="LiveId" clId="{0A2C57BC-DF68-476A-9BDE-3CA6CEF22C0F}" dt="2023-12-02T17:23:11.313" v="386"/>
          <ac:picMkLst>
            <pc:docMk/>
            <pc:sldMk cId="402252403" sldId="329"/>
            <ac:picMk id="3084" creationId="{CD0F10E2-18D9-926E-2B0F-5CEB784D4F11}"/>
          </ac:picMkLst>
        </pc:picChg>
        <pc:picChg chg="add del mod">
          <ac:chgData name="James Sommer" userId="f395cb0f48012637" providerId="LiveId" clId="{0A2C57BC-DF68-476A-9BDE-3CA6CEF22C0F}" dt="2023-12-02T17:23:35.627" v="393"/>
          <ac:picMkLst>
            <pc:docMk/>
            <pc:sldMk cId="402252403" sldId="329"/>
            <ac:picMk id="3087" creationId="{7BA41DBA-5986-7758-E0A8-0D5CE4627ECC}"/>
          </ac:picMkLst>
        </pc:picChg>
      </pc:sldChg>
      <pc:sldChg chg="addSp delSp modSp new mod">
        <pc:chgData name="James Sommer" userId="f395cb0f48012637" providerId="LiveId" clId="{0A2C57BC-DF68-476A-9BDE-3CA6CEF22C0F}" dt="2023-12-02T17:35:25.802" v="683" actId="1035"/>
        <pc:sldMkLst>
          <pc:docMk/>
          <pc:sldMk cId="3632162003" sldId="330"/>
        </pc:sldMkLst>
        <pc:spChg chg="mod">
          <ac:chgData name="James Sommer" userId="f395cb0f48012637" providerId="LiveId" clId="{0A2C57BC-DF68-476A-9BDE-3CA6CEF22C0F}" dt="2023-12-02T17:19:21.694" v="287" actId="14100"/>
          <ac:spMkLst>
            <pc:docMk/>
            <pc:sldMk cId="3632162003" sldId="330"/>
            <ac:spMk id="2" creationId="{1A815E8F-0076-FA2E-FB59-A30024050C04}"/>
          </ac:spMkLst>
        </pc:spChg>
        <pc:spChg chg="mod">
          <ac:chgData name="James Sommer" userId="f395cb0f48012637" providerId="LiveId" clId="{0A2C57BC-DF68-476A-9BDE-3CA6CEF22C0F}" dt="2023-12-02T17:29:09.065" v="600" actId="14100"/>
          <ac:spMkLst>
            <pc:docMk/>
            <pc:sldMk cId="3632162003" sldId="330"/>
            <ac:spMk id="3" creationId="{43EA2C30-14CB-FB99-77CF-97AA4A944253}"/>
          </ac:spMkLst>
        </pc:spChg>
        <pc:spChg chg="add mod">
          <ac:chgData name="James Sommer" userId="f395cb0f48012637" providerId="LiveId" clId="{0A2C57BC-DF68-476A-9BDE-3CA6CEF22C0F}" dt="2023-12-02T17:35:17.365" v="680" actId="20577"/>
          <ac:spMkLst>
            <pc:docMk/>
            <pc:sldMk cId="3632162003" sldId="330"/>
            <ac:spMk id="8" creationId="{67E29080-779D-83D5-0F12-DA84EEBB5DA4}"/>
          </ac:spMkLst>
        </pc:spChg>
        <pc:graphicFrameChg chg="add del mod modGraphic">
          <ac:chgData name="James Sommer" userId="f395cb0f48012637" providerId="LiveId" clId="{0A2C57BC-DF68-476A-9BDE-3CA6CEF22C0F}" dt="2023-12-02T17:32:37.384" v="630" actId="478"/>
          <ac:graphicFrameMkLst>
            <pc:docMk/>
            <pc:sldMk cId="3632162003" sldId="330"/>
            <ac:graphicFrameMk id="11" creationId="{02DDA19B-C5C4-BEA4-C47C-AACA73B15A8A}"/>
          </ac:graphicFrameMkLst>
        </pc:graphicFrameChg>
        <pc:graphicFrameChg chg="add del mod">
          <ac:chgData name="James Sommer" userId="f395cb0f48012637" providerId="LiveId" clId="{0A2C57BC-DF68-476A-9BDE-3CA6CEF22C0F}" dt="2023-12-02T17:32:46.692" v="632" actId="478"/>
          <ac:graphicFrameMkLst>
            <pc:docMk/>
            <pc:sldMk cId="3632162003" sldId="330"/>
            <ac:graphicFrameMk id="12" creationId="{B9444964-D6DF-BBD8-6EAD-39D3A54F39E6}"/>
          </ac:graphicFrameMkLst>
        </pc:graphicFrameChg>
        <pc:graphicFrameChg chg="add del mod">
          <ac:chgData name="James Sommer" userId="f395cb0f48012637" providerId="LiveId" clId="{0A2C57BC-DF68-476A-9BDE-3CA6CEF22C0F}" dt="2023-12-02T17:33:14.434" v="637" actId="478"/>
          <ac:graphicFrameMkLst>
            <pc:docMk/>
            <pc:sldMk cId="3632162003" sldId="330"/>
            <ac:graphicFrameMk id="13" creationId="{A65F3682-7065-997B-3916-A8CAE2045726}"/>
          </ac:graphicFrameMkLst>
        </pc:graphicFrameChg>
        <pc:graphicFrameChg chg="add del mod">
          <ac:chgData name="James Sommer" userId="f395cb0f48012637" providerId="LiveId" clId="{0A2C57BC-DF68-476A-9BDE-3CA6CEF22C0F}" dt="2023-12-02T17:33:27.974" v="639" actId="478"/>
          <ac:graphicFrameMkLst>
            <pc:docMk/>
            <pc:sldMk cId="3632162003" sldId="330"/>
            <ac:graphicFrameMk id="14" creationId="{20E6908D-1F69-D9A1-BC18-5F574D085630}"/>
          </ac:graphicFrameMkLst>
        </pc:graphicFrameChg>
        <pc:graphicFrameChg chg="add mod modGraphic">
          <ac:chgData name="James Sommer" userId="f395cb0f48012637" providerId="LiveId" clId="{0A2C57BC-DF68-476A-9BDE-3CA6CEF22C0F}" dt="2023-12-02T17:34:30.302" v="651" actId="403"/>
          <ac:graphicFrameMkLst>
            <pc:docMk/>
            <pc:sldMk cId="3632162003" sldId="330"/>
            <ac:graphicFrameMk id="16" creationId="{342BE10B-7BD9-AAAA-20EE-6150F64BCFE9}"/>
          </ac:graphicFrameMkLst>
        </pc:graphicFrameChg>
        <pc:picChg chg="add mod">
          <ac:chgData name="James Sommer" userId="f395cb0f48012637" providerId="LiveId" clId="{0A2C57BC-DF68-476A-9BDE-3CA6CEF22C0F}" dt="2023-12-02T17:25:31.040" v="530" actId="1037"/>
          <ac:picMkLst>
            <pc:docMk/>
            <pc:sldMk cId="3632162003" sldId="330"/>
            <ac:picMk id="4" creationId="{AA26969E-2C0D-C38F-A6E2-1A8F2071648D}"/>
          </ac:picMkLst>
        </pc:picChg>
        <pc:picChg chg="add mod">
          <ac:chgData name="James Sommer" userId="f395cb0f48012637" providerId="LiveId" clId="{0A2C57BC-DF68-476A-9BDE-3CA6CEF22C0F}" dt="2023-12-02T17:28:15.580" v="587" actId="1076"/>
          <ac:picMkLst>
            <pc:docMk/>
            <pc:sldMk cId="3632162003" sldId="330"/>
            <ac:picMk id="5" creationId="{8DFAD331-F34A-3BA2-75D3-60ABC0607B1F}"/>
          </ac:picMkLst>
        </pc:picChg>
        <pc:picChg chg="add mod">
          <ac:chgData name="James Sommer" userId="f395cb0f48012637" providerId="LiveId" clId="{0A2C57BC-DF68-476A-9BDE-3CA6CEF22C0F}" dt="2023-12-02T17:28:19.416" v="588" actId="1076"/>
          <ac:picMkLst>
            <pc:docMk/>
            <pc:sldMk cId="3632162003" sldId="330"/>
            <ac:picMk id="6" creationId="{EB108150-DF19-7A34-8765-646046D1225C}"/>
          </ac:picMkLst>
        </pc:picChg>
        <pc:picChg chg="add del">
          <ac:chgData name="James Sommer" userId="f395cb0f48012637" providerId="LiveId" clId="{0A2C57BC-DF68-476A-9BDE-3CA6CEF22C0F}" dt="2023-12-02T17:29:45.964" v="605"/>
          <ac:picMkLst>
            <pc:docMk/>
            <pc:sldMk cId="3632162003" sldId="330"/>
            <ac:picMk id="9" creationId="{EFD49D4C-E61D-921E-1A06-3223E0311450}"/>
          </ac:picMkLst>
        </pc:picChg>
        <pc:picChg chg="add del mod">
          <ac:chgData name="James Sommer" userId="f395cb0f48012637" providerId="LiveId" clId="{0A2C57BC-DF68-476A-9BDE-3CA6CEF22C0F}" dt="2023-12-02T17:31:40.234" v="620" actId="478"/>
          <ac:picMkLst>
            <pc:docMk/>
            <pc:sldMk cId="3632162003" sldId="330"/>
            <ac:picMk id="10" creationId="{EC03D45D-B358-64D1-FE21-F1D3A691DA2D}"/>
          </ac:picMkLst>
        </pc:picChg>
        <pc:picChg chg="add del">
          <ac:chgData name="James Sommer" userId="f395cb0f48012637" providerId="LiveId" clId="{0A2C57BC-DF68-476A-9BDE-3CA6CEF22C0F}" dt="2023-12-02T17:33:34.200" v="641" actId="478"/>
          <ac:picMkLst>
            <pc:docMk/>
            <pc:sldMk cId="3632162003" sldId="330"/>
            <ac:picMk id="15" creationId="{ACB8768B-2E62-2C89-D196-B0ED072A4FF3}"/>
          </ac:picMkLst>
        </pc:picChg>
        <pc:picChg chg="add mod">
          <ac:chgData name="James Sommer" userId="f395cb0f48012637" providerId="LiveId" clId="{0A2C57BC-DF68-476A-9BDE-3CA6CEF22C0F}" dt="2023-12-02T17:35:10.798" v="675" actId="1036"/>
          <ac:picMkLst>
            <pc:docMk/>
            <pc:sldMk cId="3632162003" sldId="330"/>
            <ac:picMk id="17" creationId="{F1D807F5-A4E0-7F5F-9E18-23E1CAF81F25}"/>
          </ac:picMkLst>
        </pc:picChg>
        <pc:picChg chg="add mod">
          <ac:chgData name="James Sommer" userId="f395cb0f48012637" providerId="LiveId" clId="{0A2C57BC-DF68-476A-9BDE-3CA6CEF22C0F}" dt="2023-12-02T17:35:25.802" v="683" actId="1035"/>
          <ac:picMkLst>
            <pc:docMk/>
            <pc:sldMk cId="3632162003" sldId="330"/>
            <ac:picMk id="18" creationId="{40B3707E-7AFB-E73B-75E5-67A1A34E3E67}"/>
          </ac:picMkLst>
        </pc:picChg>
        <pc:picChg chg="add del">
          <ac:chgData name="James Sommer" userId="f395cb0f48012637" providerId="LiveId" clId="{0A2C57BC-DF68-476A-9BDE-3CA6CEF22C0F}" dt="2023-12-02T17:25:55.431" v="543"/>
          <ac:picMkLst>
            <pc:docMk/>
            <pc:sldMk cId="3632162003" sldId="330"/>
            <ac:picMk id="4098" creationId="{40F9AC93-0042-7A77-0427-950CFAA19382}"/>
          </ac:picMkLst>
        </pc:picChg>
      </pc:sldChg>
      <pc:sldChg chg="addSp modSp new mod">
        <pc:chgData name="James Sommer" userId="f395cb0f48012637" providerId="LiveId" clId="{0A2C57BC-DF68-476A-9BDE-3CA6CEF22C0F}" dt="2023-12-04T21:07:32.254" v="1374" actId="20577"/>
        <pc:sldMkLst>
          <pc:docMk/>
          <pc:sldMk cId="26953088" sldId="331"/>
        </pc:sldMkLst>
        <pc:spChg chg="mod">
          <ac:chgData name="James Sommer" userId="f395cb0f48012637" providerId="LiveId" clId="{0A2C57BC-DF68-476A-9BDE-3CA6CEF22C0F}" dt="2023-12-02T17:37:19.543" v="698" actId="1076"/>
          <ac:spMkLst>
            <pc:docMk/>
            <pc:sldMk cId="26953088" sldId="331"/>
            <ac:spMk id="2" creationId="{ABF9645A-2977-51B9-F005-618DA4EF9B25}"/>
          </ac:spMkLst>
        </pc:spChg>
        <pc:spChg chg="mod">
          <ac:chgData name="James Sommer" userId="f395cb0f48012637" providerId="LiveId" clId="{0A2C57BC-DF68-476A-9BDE-3CA6CEF22C0F}" dt="2023-12-04T21:07:32.254" v="1374" actId="20577"/>
          <ac:spMkLst>
            <pc:docMk/>
            <pc:sldMk cId="26953088" sldId="331"/>
            <ac:spMk id="3" creationId="{99DB3944-FC6D-ED0E-B64F-410E9978AB2A}"/>
          </ac:spMkLst>
        </pc:spChg>
        <pc:picChg chg="add mod">
          <ac:chgData name="James Sommer" userId="f395cb0f48012637" providerId="LiveId" clId="{0A2C57BC-DF68-476A-9BDE-3CA6CEF22C0F}" dt="2023-12-02T17:37:30.251" v="700" actId="1076"/>
          <ac:picMkLst>
            <pc:docMk/>
            <pc:sldMk cId="26953088" sldId="331"/>
            <ac:picMk id="4" creationId="{FE7BDC52-37CB-1A23-A146-E3EBE38FA1C3}"/>
          </ac:picMkLst>
        </pc:picChg>
        <pc:picChg chg="add mod">
          <ac:chgData name="James Sommer" userId="f395cb0f48012637" providerId="LiveId" clId="{0A2C57BC-DF68-476A-9BDE-3CA6CEF22C0F}" dt="2023-12-04T21:07:26.982" v="1373" actId="14100"/>
          <ac:picMkLst>
            <pc:docMk/>
            <pc:sldMk cId="26953088" sldId="331"/>
            <ac:picMk id="5" creationId="{8759D081-896D-4195-EE38-FCFF762DF6E7}"/>
          </ac:picMkLst>
        </pc:picChg>
      </pc:sldChg>
      <pc:sldChg chg="addSp modSp new mod">
        <pc:chgData name="James Sommer" userId="f395cb0f48012637" providerId="LiveId" clId="{0A2C57BC-DF68-476A-9BDE-3CA6CEF22C0F}" dt="2023-12-02T19:38:06.108" v="1177" actId="5793"/>
        <pc:sldMkLst>
          <pc:docMk/>
          <pc:sldMk cId="2890180129" sldId="332"/>
        </pc:sldMkLst>
        <pc:spChg chg="mod">
          <ac:chgData name="James Sommer" userId="f395cb0f48012637" providerId="LiveId" clId="{0A2C57BC-DF68-476A-9BDE-3CA6CEF22C0F}" dt="2023-12-02T17:38:09.997" v="702" actId="14100"/>
          <ac:spMkLst>
            <pc:docMk/>
            <pc:sldMk cId="2890180129" sldId="332"/>
            <ac:spMk id="2" creationId="{0E9F74C7-4F26-E158-8248-8EC8F9BEEABE}"/>
          </ac:spMkLst>
        </pc:spChg>
        <pc:spChg chg="mod">
          <ac:chgData name="James Sommer" userId="f395cb0f48012637" providerId="LiveId" clId="{0A2C57BC-DF68-476A-9BDE-3CA6CEF22C0F}" dt="2023-12-02T19:38:06.108" v="1177" actId="5793"/>
          <ac:spMkLst>
            <pc:docMk/>
            <pc:sldMk cId="2890180129" sldId="332"/>
            <ac:spMk id="3" creationId="{CC99F2E8-6C56-706A-BBE2-74CDBFC21629}"/>
          </ac:spMkLst>
        </pc:spChg>
        <pc:spChg chg="add mod">
          <ac:chgData name="James Sommer" userId="f395cb0f48012637" providerId="LiveId" clId="{0A2C57BC-DF68-476A-9BDE-3CA6CEF22C0F}" dt="2023-12-02T17:39:19.783" v="714" actId="1076"/>
          <ac:spMkLst>
            <pc:docMk/>
            <pc:sldMk cId="2890180129" sldId="332"/>
            <ac:spMk id="5" creationId="{FEC5EEA6-5416-1608-A489-FBDD38989414}"/>
          </ac:spMkLst>
        </pc:spChg>
        <pc:spChg chg="add mod">
          <ac:chgData name="James Sommer" userId="f395cb0f48012637" providerId="LiveId" clId="{0A2C57BC-DF68-476A-9BDE-3CA6CEF22C0F}" dt="2023-12-02T17:41:04.643" v="745" actId="20577"/>
          <ac:spMkLst>
            <pc:docMk/>
            <pc:sldMk cId="2890180129" sldId="332"/>
            <ac:spMk id="7" creationId="{D9B2F7C4-383A-D373-E036-5D203F381BE3}"/>
          </ac:spMkLst>
        </pc:spChg>
      </pc:sldChg>
      <pc:sldChg chg="addSp modSp new mod">
        <pc:chgData name="James Sommer" userId="f395cb0f48012637" providerId="LiveId" clId="{0A2C57BC-DF68-476A-9BDE-3CA6CEF22C0F}" dt="2023-12-04T21:09:17.845" v="1408" actId="27636"/>
        <pc:sldMkLst>
          <pc:docMk/>
          <pc:sldMk cId="551504832" sldId="333"/>
        </pc:sldMkLst>
        <pc:spChg chg="mod">
          <ac:chgData name="James Sommer" userId="f395cb0f48012637" providerId="LiveId" clId="{0A2C57BC-DF68-476A-9BDE-3CA6CEF22C0F}" dt="2023-12-04T21:07:47.213" v="1377" actId="1076"/>
          <ac:spMkLst>
            <pc:docMk/>
            <pc:sldMk cId="551504832" sldId="333"/>
            <ac:spMk id="2" creationId="{E247F7B5-65BA-BFD8-BC0B-206B0FA1E526}"/>
          </ac:spMkLst>
        </pc:spChg>
        <pc:spChg chg="mod">
          <ac:chgData name="James Sommer" userId="f395cb0f48012637" providerId="LiveId" clId="{0A2C57BC-DF68-476A-9BDE-3CA6CEF22C0F}" dt="2023-12-04T21:09:17.845" v="1408" actId="27636"/>
          <ac:spMkLst>
            <pc:docMk/>
            <pc:sldMk cId="551504832" sldId="333"/>
            <ac:spMk id="3" creationId="{3FAEC345-329D-F4AD-CACF-290D70F42E01}"/>
          </ac:spMkLst>
        </pc:spChg>
        <pc:picChg chg="add mod">
          <ac:chgData name="James Sommer" userId="f395cb0f48012637" providerId="LiveId" clId="{0A2C57BC-DF68-476A-9BDE-3CA6CEF22C0F}" dt="2023-12-04T21:08:43.408" v="1399" actId="1076"/>
          <ac:picMkLst>
            <pc:docMk/>
            <pc:sldMk cId="551504832" sldId="333"/>
            <ac:picMk id="4" creationId="{36902DC0-92EA-6A29-3E33-38B2D7C5C1DB}"/>
          </ac:picMkLst>
        </pc:picChg>
      </pc:sldChg>
      <pc:sldChg chg="addSp delSp modSp new del mod">
        <pc:chgData name="James Sommer" userId="f395cb0f48012637" providerId="LiveId" clId="{0A2C57BC-DF68-476A-9BDE-3CA6CEF22C0F}" dt="2023-12-02T19:35:22.011" v="1142" actId="2696"/>
        <pc:sldMkLst>
          <pc:docMk/>
          <pc:sldMk cId="939502100" sldId="333"/>
        </pc:sldMkLst>
        <pc:spChg chg="add del mod">
          <ac:chgData name="James Sommer" userId="f395cb0f48012637" providerId="LiveId" clId="{0A2C57BC-DF68-476A-9BDE-3CA6CEF22C0F}" dt="2023-12-02T17:58:36.462" v="794"/>
          <ac:spMkLst>
            <pc:docMk/>
            <pc:sldMk cId="939502100" sldId="333"/>
            <ac:spMk id="3" creationId="{00A819AE-BFB9-C223-DA82-BAF8EDEA17D2}"/>
          </ac:spMkLst>
        </pc:spChg>
        <pc:spChg chg="add del mod">
          <ac:chgData name="James Sommer" userId="f395cb0f48012637" providerId="LiveId" clId="{0A2C57BC-DF68-476A-9BDE-3CA6CEF22C0F}" dt="2023-12-02T17:55:42.582" v="790"/>
          <ac:spMkLst>
            <pc:docMk/>
            <pc:sldMk cId="939502100" sldId="333"/>
            <ac:spMk id="5" creationId="{1BD2C32E-8E8A-3333-97A1-034C0A3E024A}"/>
          </ac:spMkLst>
        </pc:spChg>
        <pc:spChg chg="add del mod">
          <ac:chgData name="James Sommer" userId="f395cb0f48012637" providerId="LiveId" clId="{0A2C57BC-DF68-476A-9BDE-3CA6CEF22C0F}" dt="2023-12-02T17:59:54.227" v="802" actId="478"/>
          <ac:spMkLst>
            <pc:docMk/>
            <pc:sldMk cId="939502100" sldId="333"/>
            <ac:spMk id="7" creationId="{C93FCABC-12D1-AD60-DADA-61073F15BE38}"/>
          </ac:spMkLst>
        </pc:spChg>
        <pc:spChg chg="add del mod">
          <ac:chgData name="James Sommer" userId="f395cb0f48012637" providerId="LiveId" clId="{0A2C57BC-DF68-476A-9BDE-3CA6CEF22C0F}" dt="2023-12-02T18:00:14.637" v="803"/>
          <ac:spMkLst>
            <pc:docMk/>
            <pc:sldMk cId="939502100" sldId="333"/>
            <ac:spMk id="8" creationId="{477F9550-DA85-F49F-4E09-831A3C773DBA}"/>
          </ac:spMkLst>
        </pc:spChg>
        <pc:spChg chg="add del mod">
          <ac:chgData name="James Sommer" userId="f395cb0f48012637" providerId="LiveId" clId="{0A2C57BC-DF68-476A-9BDE-3CA6CEF22C0F}" dt="2023-12-02T18:04:45.023" v="808" actId="478"/>
          <ac:spMkLst>
            <pc:docMk/>
            <pc:sldMk cId="939502100" sldId="333"/>
            <ac:spMk id="10" creationId="{5552DEF6-4BA8-91F0-7EC9-5757CBFE1521}"/>
          </ac:spMkLst>
        </pc:spChg>
        <pc:spChg chg="add mod">
          <ac:chgData name="James Sommer" userId="f395cb0f48012637" providerId="LiveId" clId="{0A2C57BC-DF68-476A-9BDE-3CA6CEF22C0F}" dt="2023-12-02T18:04:45.023" v="808" actId="478"/>
          <ac:spMkLst>
            <pc:docMk/>
            <pc:sldMk cId="939502100" sldId="333"/>
            <ac:spMk id="11" creationId="{65582632-0006-14CD-8665-41CA8730B527}"/>
          </ac:spMkLst>
        </pc:spChg>
        <pc:graphicFrameChg chg="add del mod">
          <ac:chgData name="James Sommer" userId="f395cb0f48012637" providerId="LiveId" clId="{0A2C57BC-DF68-476A-9BDE-3CA6CEF22C0F}" dt="2023-12-02T17:55:42.582" v="790"/>
          <ac:graphicFrameMkLst>
            <pc:docMk/>
            <pc:sldMk cId="939502100" sldId="333"/>
            <ac:graphicFrameMk id="4" creationId="{BCB7AD9F-84F1-15AE-CE5D-972159D484D2}"/>
          </ac:graphicFrameMkLst>
        </pc:graphicFrameChg>
        <pc:graphicFrameChg chg="add del mod">
          <ac:chgData name="James Sommer" userId="f395cb0f48012637" providerId="LiveId" clId="{0A2C57BC-DF68-476A-9BDE-3CA6CEF22C0F}" dt="2023-12-02T17:59:54.227" v="802" actId="478"/>
          <ac:graphicFrameMkLst>
            <pc:docMk/>
            <pc:sldMk cId="939502100" sldId="333"/>
            <ac:graphicFrameMk id="6" creationId="{4DF161A1-D71E-B5AD-C8FC-804D174B8895}"/>
          </ac:graphicFrameMkLst>
        </pc:graphicFrameChg>
        <pc:graphicFrameChg chg="add del mod">
          <ac:chgData name="James Sommer" userId="f395cb0f48012637" providerId="LiveId" clId="{0A2C57BC-DF68-476A-9BDE-3CA6CEF22C0F}" dt="2023-12-02T18:04:45.023" v="808" actId="478"/>
          <ac:graphicFrameMkLst>
            <pc:docMk/>
            <pc:sldMk cId="939502100" sldId="333"/>
            <ac:graphicFrameMk id="9" creationId="{F6D8F5D9-95D7-1796-2E20-5B8678AFB6CC}"/>
          </ac:graphicFrameMkLst>
        </pc:graphicFrameChg>
      </pc:sldChg>
      <pc:sldChg chg="new del">
        <pc:chgData name="James Sommer" userId="f395cb0f48012637" providerId="LiveId" clId="{0A2C57BC-DF68-476A-9BDE-3CA6CEF22C0F}" dt="2023-12-02T17:54:35.238" v="785" actId="680"/>
        <pc:sldMkLst>
          <pc:docMk/>
          <pc:sldMk cId="2034631324" sldId="333"/>
        </pc:sldMkLst>
      </pc:sldChg>
      <pc:sldChg chg="addSp delSp modSp new mod">
        <pc:chgData name="James Sommer" userId="f395cb0f48012637" providerId="LiveId" clId="{0A2C57BC-DF68-476A-9BDE-3CA6CEF22C0F}" dt="2023-12-02T19:43:17.616" v="1234" actId="403"/>
        <pc:sldMkLst>
          <pc:docMk/>
          <pc:sldMk cId="1931507567" sldId="334"/>
        </pc:sldMkLst>
        <pc:spChg chg="mod">
          <ac:chgData name="James Sommer" userId="f395cb0f48012637" providerId="LiveId" clId="{0A2C57BC-DF68-476A-9BDE-3CA6CEF22C0F}" dt="2023-12-02T19:41:37.936" v="1219" actId="20577"/>
          <ac:spMkLst>
            <pc:docMk/>
            <pc:sldMk cId="1931507567" sldId="334"/>
            <ac:spMk id="2" creationId="{1D6DCB67-BFC3-DECA-F5D1-B642D281D53A}"/>
          </ac:spMkLst>
        </pc:spChg>
        <pc:spChg chg="del">
          <ac:chgData name="James Sommer" userId="f395cb0f48012637" providerId="LiveId" clId="{0A2C57BC-DF68-476A-9BDE-3CA6CEF22C0F}" dt="2023-12-02T19:41:48.264" v="1220" actId="478"/>
          <ac:spMkLst>
            <pc:docMk/>
            <pc:sldMk cId="1931507567" sldId="334"/>
            <ac:spMk id="3" creationId="{591B85B3-6F97-6989-C7FA-0865A9D6A991}"/>
          </ac:spMkLst>
        </pc:spChg>
        <pc:graphicFrameChg chg="add del mod modGraphic">
          <ac:chgData name="James Sommer" userId="f395cb0f48012637" providerId="LiveId" clId="{0A2C57BC-DF68-476A-9BDE-3CA6CEF22C0F}" dt="2023-12-02T19:42:26.213" v="1226" actId="478"/>
          <ac:graphicFrameMkLst>
            <pc:docMk/>
            <pc:sldMk cId="1931507567" sldId="334"/>
            <ac:graphicFrameMk id="4" creationId="{F912195C-3BE2-CCCF-ABBA-7ED63A89FA9A}"/>
          </ac:graphicFrameMkLst>
        </pc:graphicFrameChg>
        <pc:graphicFrameChg chg="add mod modGraphic">
          <ac:chgData name="James Sommer" userId="f395cb0f48012637" providerId="LiveId" clId="{0A2C57BC-DF68-476A-9BDE-3CA6CEF22C0F}" dt="2023-12-02T19:43:17.616" v="1234" actId="403"/>
          <ac:graphicFrameMkLst>
            <pc:docMk/>
            <pc:sldMk cId="1931507567" sldId="334"/>
            <ac:graphicFrameMk id="5" creationId="{F33A7688-9674-CC7D-2652-FB354C3C6B43}"/>
          </ac:graphicFrameMkLst>
        </pc:graphicFrameChg>
      </pc:sldChg>
      <pc:sldChg chg="modSp new mod">
        <pc:chgData name="James Sommer" userId="f395cb0f48012637" providerId="LiveId" clId="{0A2C57BC-DF68-476A-9BDE-3CA6CEF22C0F}" dt="2023-12-04T21:10:00.985" v="1414" actId="5793"/>
        <pc:sldMkLst>
          <pc:docMk/>
          <pc:sldMk cId="3673894716" sldId="335"/>
        </pc:sldMkLst>
        <pc:spChg chg="mod">
          <ac:chgData name="James Sommer" userId="f395cb0f48012637" providerId="LiveId" clId="{0A2C57BC-DF68-476A-9BDE-3CA6CEF22C0F}" dt="2023-12-02T19:43:48.698" v="1237" actId="14100"/>
          <ac:spMkLst>
            <pc:docMk/>
            <pc:sldMk cId="3673894716" sldId="335"/>
            <ac:spMk id="2" creationId="{8177B3F2-2F7A-647D-397D-B6FF12FA225F}"/>
          </ac:spMkLst>
        </pc:spChg>
        <pc:spChg chg="mod">
          <ac:chgData name="James Sommer" userId="f395cb0f48012637" providerId="LiveId" clId="{0A2C57BC-DF68-476A-9BDE-3CA6CEF22C0F}" dt="2023-12-04T21:10:00.985" v="1414" actId="5793"/>
          <ac:spMkLst>
            <pc:docMk/>
            <pc:sldMk cId="3673894716" sldId="335"/>
            <ac:spMk id="3" creationId="{C5926E7E-D964-80DE-0BA4-5BE16197D1B9}"/>
          </ac:spMkLst>
        </pc:spChg>
      </pc:sldChg>
      <pc:sldChg chg="modSp new mod">
        <pc:chgData name="James Sommer" userId="f395cb0f48012637" providerId="LiveId" clId="{0A2C57BC-DF68-476A-9BDE-3CA6CEF22C0F}" dt="2023-12-04T21:06:22.676" v="1362" actId="5793"/>
        <pc:sldMkLst>
          <pc:docMk/>
          <pc:sldMk cId="1734056411" sldId="336"/>
        </pc:sldMkLst>
        <pc:spChg chg="mod">
          <ac:chgData name="James Sommer" userId="f395cb0f48012637" providerId="LiveId" clId="{0A2C57BC-DF68-476A-9BDE-3CA6CEF22C0F}" dt="2023-12-04T21:05:18.736" v="1345" actId="20577"/>
          <ac:spMkLst>
            <pc:docMk/>
            <pc:sldMk cId="1734056411" sldId="336"/>
            <ac:spMk id="2" creationId="{DBA006B5-640E-A53B-0AFB-27D45F5DB839}"/>
          </ac:spMkLst>
        </pc:spChg>
        <pc:spChg chg="mod">
          <ac:chgData name="James Sommer" userId="f395cb0f48012637" providerId="LiveId" clId="{0A2C57BC-DF68-476A-9BDE-3CA6CEF22C0F}" dt="2023-12-04T21:06:22.676" v="1362" actId="5793"/>
          <ac:spMkLst>
            <pc:docMk/>
            <pc:sldMk cId="1734056411" sldId="336"/>
            <ac:spMk id="3" creationId="{4E333F9C-14F1-A881-EB89-97B92C1B903B}"/>
          </ac:spMkLst>
        </pc:spChg>
      </pc:sldChg>
    </pc:docChg>
  </pc:docChgLst>
  <pc:docChgLst>
    <pc:chgData name="James Sommer" userId="f395cb0f48012637" providerId="LiveId" clId="{7E191561-CC3B-43B7-818B-E7D1794104E3}"/>
    <pc:docChg chg="custSel modSld">
      <pc:chgData name="James Sommer" userId="f395cb0f48012637" providerId="LiveId" clId="{7E191561-CC3B-43B7-818B-E7D1794104E3}" dt="2024-02-28T21:16:04.487" v="26" actId="20577"/>
      <pc:docMkLst>
        <pc:docMk/>
      </pc:docMkLst>
      <pc:sldChg chg="modSp mod">
        <pc:chgData name="James Sommer" userId="f395cb0f48012637" providerId="LiveId" clId="{7E191561-CC3B-43B7-818B-E7D1794104E3}" dt="2024-02-28T21:16:04.487" v="26" actId="20577"/>
        <pc:sldMkLst>
          <pc:docMk/>
          <pc:sldMk cId="1734056411" sldId="336"/>
        </pc:sldMkLst>
        <pc:spChg chg="mod">
          <ac:chgData name="James Sommer" userId="f395cb0f48012637" providerId="LiveId" clId="{7E191561-CC3B-43B7-818B-E7D1794104E3}" dt="2024-02-28T21:16:04.487" v="26" actId="20577"/>
          <ac:spMkLst>
            <pc:docMk/>
            <pc:sldMk cId="1734056411" sldId="336"/>
            <ac:spMk id="3" creationId="{4E333F9C-14F1-A881-EB89-97B92C1B903B}"/>
          </ac:spMkLst>
        </pc:spChg>
      </pc:sldChg>
    </pc:docChg>
  </pc:docChgLst>
  <pc:docChgLst>
    <pc:chgData name="James Sommer" userId="f395cb0f48012637" providerId="LiveId" clId="{874A0D23-FF0E-40CD-AE58-C898E543E245}"/>
    <pc:docChg chg="addSld delSld modSld">
      <pc:chgData name="James Sommer" userId="f395cb0f48012637" providerId="LiveId" clId="{874A0D23-FF0E-40CD-AE58-C898E543E245}" dt="2023-11-30T20:35:05.699" v="52" actId="2696"/>
      <pc:docMkLst>
        <pc:docMk/>
      </pc:docMkLst>
      <pc:sldChg chg="modSp mod">
        <pc:chgData name="James Sommer" userId="f395cb0f48012637" providerId="LiveId" clId="{874A0D23-FF0E-40CD-AE58-C898E543E245}" dt="2023-11-30T20:33:09.619" v="31" actId="20577"/>
        <pc:sldMkLst>
          <pc:docMk/>
          <pc:sldMk cId="760487606" sldId="256"/>
        </pc:sldMkLst>
        <pc:spChg chg="mod">
          <ac:chgData name="James Sommer" userId="f395cb0f48012637" providerId="LiveId" clId="{874A0D23-FF0E-40CD-AE58-C898E543E245}" dt="2023-11-30T20:33:09.619" v="31" actId="20577"/>
          <ac:spMkLst>
            <pc:docMk/>
            <pc:sldMk cId="760487606" sldId="256"/>
            <ac:spMk id="2" creationId="{00000000-0000-0000-0000-000000000000}"/>
          </ac:spMkLst>
        </pc:spChg>
      </pc:sldChg>
      <pc:sldChg chg="del">
        <pc:chgData name="James Sommer" userId="f395cb0f48012637" providerId="LiveId" clId="{874A0D23-FF0E-40CD-AE58-C898E543E245}" dt="2023-11-30T20:34:44.592" v="46" actId="2696"/>
        <pc:sldMkLst>
          <pc:docMk/>
          <pc:sldMk cId="2627817742" sldId="310"/>
        </pc:sldMkLst>
      </pc:sldChg>
      <pc:sldChg chg="modSp mod modAnim">
        <pc:chgData name="James Sommer" userId="f395cb0f48012637" providerId="LiveId" clId="{874A0D23-FF0E-40CD-AE58-C898E543E245}" dt="2023-11-30T20:33:36.307" v="35" actId="6549"/>
        <pc:sldMkLst>
          <pc:docMk/>
          <pc:sldMk cId="3222839442" sldId="311"/>
        </pc:sldMkLst>
        <pc:spChg chg="mod">
          <ac:chgData name="James Sommer" userId="f395cb0f48012637" providerId="LiveId" clId="{874A0D23-FF0E-40CD-AE58-C898E543E245}" dt="2023-11-30T20:33:36.307" v="35" actId="6549"/>
          <ac:spMkLst>
            <pc:docMk/>
            <pc:sldMk cId="3222839442" sldId="311"/>
            <ac:spMk id="2" creationId="{00000000-0000-0000-0000-000000000000}"/>
          </ac:spMkLst>
        </pc:spChg>
        <pc:spChg chg="mod">
          <ac:chgData name="James Sommer" userId="f395cb0f48012637" providerId="LiveId" clId="{874A0D23-FF0E-40CD-AE58-C898E543E245}" dt="2023-11-30T20:33:33.462" v="34" actId="6549"/>
          <ac:spMkLst>
            <pc:docMk/>
            <pc:sldMk cId="3222839442" sldId="311"/>
            <ac:spMk id="3" creationId="{00000000-0000-0000-0000-000000000000}"/>
          </ac:spMkLst>
        </pc:spChg>
      </pc:sldChg>
      <pc:sldChg chg="del">
        <pc:chgData name="James Sommer" userId="f395cb0f48012637" providerId="LiveId" clId="{874A0D23-FF0E-40CD-AE58-C898E543E245}" dt="2023-11-30T20:33:45.494" v="36" actId="2696"/>
        <pc:sldMkLst>
          <pc:docMk/>
          <pc:sldMk cId="2959213992" sldId="312"/>
        </pc:sldMkLst>
      </pc:sldChg>
      <pc:sldChg chg="del">
        <pc:chgData name="James Sommer" userId="f395cb0f48012637" providerId="LiveId" clId="{874A0D23-FF0E-40CD-AE58-C898E543E245}" dt="2023-11-30T20:34:41.972" v="45" actId="2696"/>
        <pc:sldMkLst>
          <pc:docMk/>
          <pc:sldMk cId="797776030" sldId="314"/>
        </pc:sldMkLst>
      </pc:sldChg>
      <pc:sldChg chg="del">
        <pc:chgData name="James Sommer" userId="f395cb0f48012637" providerId="LiveId" clId="{874A0D23-FF0E-40CD-AE58-C898E543E245}" dt="2023-11-30T20:34:48.821" v="47" actId="2696"/>
        <pc:sldMkLst>
          <pc:docMk/>
          <pc:sldMk cId="4121394246" sldId="315"/>
        </pc:sldMkLst>
      </pc:sldChg>
      <pc:sldChg chg="del">
        <pc:chgData name="James Sommer" userId="f395cb0f48012637" providerId="LiveId" clId="{874A0D23-FF0E-40CD-AE58-C898E543E245}" dt="2023-11-30T20:34:51.399" v="48" actId="2696"/>
        <pc:sldMkLst>
          <pc:docMk/>
          <pc:sldMk cId="4202369236" sldId="316"/>
        </pc:sldMkLst>
      </pc:sldChg>
      <pc:sldChg chg="del">
        <pc:chgData name="James Sommer" userId="f395cb0f48012637" providerId="LiveId" clId="{874A0D23-FF0E-40CD-AE58-C898E543E245}" dt="2023-11-30T20:34:55.653" v="49" actId="2696"/>
        <pc:sldMkLst>
          <pc:docMk/>
          <pc:sldMk cId="401177250" sldId="317"/>
        </pc:sldMkLst>
      </pc:sldChg>
      <pc:sldChg chg="modSp mod modAnim">
        <pc:chgData name="James Sommer" userId="f395cb0f48012637" providerId="LiveId" clId="{874A0D23-FF0E-40CD-AE58-C898E543E245}" dt="2023-11-30T20:33:28.531" v="33" actId="6549"/>
        <pc:sldMkLst>
          <pc:docMk/>
          <pc:sldMk cId="2656068651" sldId="318"/>
        </pc:sldMkLst>
        <pc:spChg chg="mod">
          <ac:chgData name="James Sommer" userId="f395cb0f48012637" providerId="LiveId" clId="{874A0D23-FF0E-40CD-AE58-C898E543E245}" dt="2023-11-30T20:33:28.531" v="33" actId="6549"/>
          <ac:spMkLst>
            <pc:docMk/>
            <pc:sldMk cId="2656068651" sldId="318"/>
            <ac:spMk id="2" creationId="{00000000-0000-0000-0000-000000000000}"/>
          </ac:spMkLst>
        </pc:spChg>
        <pc:spChg chg="mod">
          <ac:chgData name="James Sommer" userId="f395cb0f48012637" providerId="LiveId" clId="{874A0D23-FF0E-40CD-AE58-C898E543E245}" dt="2023-11-30T20:33:24.779" v="32" actId="6549"/>
          <ac:spMkLst>
            <pc:docMk/>
            <pc:sldMk cId="2656068651" sldId="318"/>
            <ac:spMk id="3" creationId="{00000000-0000-0000-0000-000000000000}"/>
          </ac:spMkLst>
        </pc:spChg>
      </pc:sldChg>
      <pc:sldChg chg="del">
        <pc:chgData name="James Sommer" userId="f395cb0f48012637" providerId="LiveId" clId="{874A0D23-FF0E-40CD-AE58-C898E543E245}" dt="2023-11-30T20:34:30.465" v="42" actId="2696"/>
        <pc:sldMkLst>
          <pc:docMk/>
          <pc:sldMk cId="4045739854" sldId="327"/>
        </pc:sldMkLst>
      </pc:sldChg>
      <pc:sldChg chg="del">
        <pc:chgData name="James Sommer" userId="f395cb0f48012637" providerId="LiveId" clId="{874A0D23-FF0E-40CD-AE58-C898E543E245}" dt="2023-11-30T20:34:13.790" v="39" actId="2696"/>
        <pc:sldMkLst>
          <pc:docMk/>
          <pc:sldMk cId="4252290604" sldId="328"/>
        </pc:sldMkLst>
      </pc:sldChg>
      <pc:sldChg chg="del">
        <pc:chgData name="James Sommer" userId="f395cb0f48012637" providerId="LiveId" clId="{874A0D23-FF0E-40CD-AE58-C898E543E245}" dt="2023-11-30T20:34:19.714" v="40" actId="2696"/>
        <pc:sldMkLst>
          <pc:docMk/>
          <pc:sldMk cId="1971830365" sldId="329"/>
        </pc:sldMkLst>
      </pc:sldChg>
      <pc:sldChg chg="del">
        <pc:chgData name="James Sommer" userId="f395cb0f48012637" providerId="LiveId" clId="{874A0D23-FF0E-40CD-AE58-C898E543E245}" dt="2023-11-30T20:34:58.608" v="50" actId="2696"/>
        <pc:sldMkLst>
          <pc:docMk/>
          <pc:sldMk cId="3929535692" sldId="330"/>
        </pc:sldMkLst>
      </pc:sldChg>
      <pc:sldChg chg="del">
        <pc:chgData name="James Sommer" userId="f395cb0f48012637" providerId="LiveId" clId="{874A0D23-FF0E-40CD-AE58-C898E543E245}" dt="2023-11-30T20:35:05.699" v="52" actId="2696"/>
        <pc:sldMkLst>
          <pc:docMk/>
          <pc:sldMk cId="2981556149" sldId="331"/>
        </pc:sldMkLst>
      </pc:sldChg>
      <pc:sldChg chg="del">
        <pc:chgData name="James Sommer" userId="f395cb0f48012637" providerId="LiveId" clId="{874A0D23-FF0E-40CD-AE58-C898E543E245}" dt="2023-11-30T20:34:35.892" v="44" actId="2696"/>
        <pc:sldMkLst>
          <pc:docMk/>
          <pc:sldMk cId="2621927265" sldId="332"/>
        </pc:sldMkLst>
      </pc:sldChg>
      <pc:sldChg chg="del">
        <pc:chgData name="James Sommer" userId="f395cb0f48012637" providerId="LiveId" clId="{874A0D23-FF0E-40CD-AE58-C898E543E245}" dt="2023-11-30T20:34:32.989" v="43" actId="2696"/>
        <pc:sldMkLst>
          <pc:docMk/>
          <pc:sldMk cId="3150149121" sldId="339"/>
        </pc:sldMkLst>
      </pc:sldChg>
      <pc:sldChg chg="del">
        <pc:chgData name="James Sommer" userId="f395cb0f48012637" providerId="LiveId" clId="{874A0D23-FF0E-40CD-AE58-C898E543E245}" dt="2023-11-30T20:34:30.465" v="42" actId="2696"/>
        <pc:sldMkLst>
          <pc:docMk/>
          <pc:sldMk cId="3560281726" sldId="340"/>
        </pc:sldMkLst>
      </pc:sldChg>
      <pc:sldChg chg="del">
        <pc:chgData name="James Sommer" userId="f395cb0f48012637" providerId="LiveId" clId="{874A0D23-FF0E-40CD-AE58-C898E543E245}" dt="2023-11-30T20:34:30.465" v="42" actId="2696"/>
        <pc:sldMkLst>
          <pc:docMk/>
          <pc:sldMk cId="3781501632" sldId="341"/>
        </pc:sldMkLst>
      </pc:sldChg>
      <pc:sldChg chg="del">
        <pc:chgData name="James Sommer" userId="f395cb0f48012637" providerId="LiveId" clId="{874A0D23-FF0E-40CD-AE58-C898E543E245}" dt="2023-11-30T20:34:24.615" v="41" actId="2696"/>
        <pc:sldMkLst>
          <pc:docMk/>
          <pc:sldMk cId="1303757122" sldId="342"/>
        </pc:sldMkLst>
      </pc:sldChg>
      <pc:sldChg chg="del">
        <pc:chgData name="James Sommer" userId="f395cb0f48012637" providerId="LiveId" clId="{874A0D23-FF0E-40CD-AE58-C898E543E245}" dt="2023-11-30T20:35:02.296" v="51" actId="2696"/>
        <pc:sldMkLst>
          <pc:docMk/>
          <pc:sldMk cId="236172785" sldId="343"/>
        </pc:sldMkLst>
      </pc:sldChg>
      <pc:sldChg chg="add del">
        <pc:chgData name="James Sommer" userId="f395cb0f48012637" providerId="LiveId" clId="{874A0D23-FF0E-40CD-AE58-C898E543E245}" dt="2023-11-30T20:34:10.029" v="38" actId="2696"/>
        <pc:sldMkLst>
          <pc:docMk/>
          <pc:sldMk cId="2057053896" sldId="344"/>
        </pc:sldMkLst>
      </pc:sldChg>
      <pc:sldChg chg="add del replId">
        <pc:chgData name="James Sommer" userId="f395cb0f48012637" providerId="LiveId" clId="{874A0D23-FF0E-40CD-AE58-C898E543E245}" dt="2023-11-30T20:34:10.029" v="38" actId="2696"/>
        <pc:sldMkLst>
          <pc:docMk/>
          <pc:sldMk cId="338309512" sldId="345"/>
        </pc:sldMkLst>
      </pc:sldChg>
      <pc:sldChg chg="add del replId">
        <pc:chgData name="James Sommer" userId="f395cb0f48012637" providerId="LiveId" clId="{874A0D23-FF0E-40CD-AE58-C898E543E245}" dt="2023-11-30T20:34:10.029" v="38" actId="2696"/>
        <pc:sldMkLst>
          <pc:docMk/>
          <pc:sldMk cId="3722293337" sldId="346"/>
        </pc:sldMkLst>
      </pc:sldChg>
      <pc:sldChg chg="add del replId">
        <pc:chgData name="James Sommer" userId="f395cb0f48012637" providerId="LiveId" clId="{874A0D23-FF0E-40CD-AE58-C898E543E245}" dt="2023-11-30T20:34:10.029" v="38" actId="2696"/>
        <pc:sldMkLst>
          <pc:docMk/>
          <pc:sldMk cId="3235734311" sldId="347"/>
        </pc:sldMkLst>
      </pc:sldChg>
      <pc:sldChg chg="add del replId">
        <pc:chgData name="James Sommer" userId="f395cb0f48012637" providerId="LiveId" clId="{874A0D23-FF0E-40CD-AE58-C898E543E245}" dt="2023-11-30T20:34:10.029" v="38" actId="2696"/>
        <pc:sldMkLst>
          <pc:docMk/>
          <pc:sldMk cId="2841220328" sldId="348"/>
        </pc:sldMkLst>
      </pc:sldChg>
      <pc:sldChg chg="add del replId">
        <pc:chgData name="James Sommer" userId="f395cb0f48012637" providerId="LiveId" clId="{874A0D23-FF0E-40CD-AE58-C898E543E245}" dt="2023-11-30T20:34:10.029" v="38" actId="2696"/>
        <pc:sldMkLst>
          <pc:docMk/>
          <pc:sldMk cId="499866817" sldId="34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2/17/2026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9779" y="819148"/>
            <a:ext cx="9294283" cy="1646302"/>
          </a:xfrm>
        </p:spPr>
        <p:txBody>
          <a:bodyPr/>
          <a:lstStyle/>
          <a:p>
            <a:r>
              <a:rPr lang="en-US" dirty="0">
                <a:solidFill>
                  <a:srgbClr val="1391BC"/>
                </a:solidFill>
              </a:rPr>
              <a:t>Lab 7: Projectile Motion</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St. Petersburg College logo with a blue and white circular design and the college nam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371601"/>
                <a:ext cx="9800944" cy="5314950"/>
              </a:xfrm>
            </p:spPr>
            <p:txBody>
              <a:bodyPr>
                <a:normAutofit/>
              </a:bodyPr>
              <a:lstStyle/>
              <a:p>
                <a:r>
                  <a:rPr lang="en-US" dirty="0"/>
                  <a:t>You have probably watched a ball roll off a table and strike the floor. What determines where it will land? Could you predict where it will land? In this experiment, you will roll a ball down a ramp and determine the ball’s velocity with a pair of Photogates. You will use this information and your knowledge of physics to predict where the ball will land when it hits the floor.</a:t>
                </a:r>
              </a:p>
              <a:p>
                <a:r>
                  <a:rPr lang="en-US" dirty="0"/>
                  <a:t>The vectors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𝒗</m:t>
                        </m:r>
                      </m:e>
                    </m:acc>
                    <m:r>
                      <a:rPr lang="en-US" b="1" i="1">
                        <a:latin typeface="Cambria Math" panose="02040503050406030204" pitchFamily="18" charset="0"/>
                      </a:rPr>
                      <m:t> </m:t>
                    </m:r>
                  </m:oMath>
                </a14:m>
                <a:r>
                  <a:rPr lang="en-US" dirty="0"/>
                  <a:t> and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𝒂</m:t>
                        </m:r>
                      </m:e>
                    </m:acc>
                    <m:r>
                      <a:rPr lang="en-US" b="1" i="1">
                        <a:latin typeface="Cambria Math" panose="02040503050406030204" pitchFamily="18" charset="0"/>
                      </a:rPr>
                      <m:t> </m:t>
                    </m:r>
                  </m:oMath>
                </a14:m>
                <a:r>
                  <a:rPr lang="en-US" dirty="0"/>
                  <a:t> equations can be written as follows:</a:t>
                </a:r>
              </a:p>
              <a:p>
                <a:pPr marL="0" indent="0">
                  <a:buNone/>
                </a:pPr>
                <a:r>
                  <a:rPr lang="en-US" dirty="0"/>
                  <a:t>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𝒗</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acc>
                          <m:accPr>
                            <m:chr m:val="⃗"/>
                            <m:ctrlPr>
                              <a:rPr lang="en-US" b="1" i="1">
                                <a:latin typeface="Cambria Math" panose="02040503050406030204" pitchFamily="18" charset="0"/>
                              </a:rPr>
                            </m:ctrlPr>
                          </m:accPr>
                          <m:e>
                            <m:r>
                              <a:rPr lang="en-US" b="1" i="1">
                                <a:latin typeface="Cambria Math" panose="02040503050406030204" pitchFamily="18" charset="0"/>
                              </a:rPr>
                              <m:t>𝒓</m:t>
                            </m:r>
                          </m:e>
                        </m:acc>
                      </m:num>
                      <m:den>
                        <m:r>
                          <a:rPr lang="en-US" i="1">
                            <a:latin typeface="Cambria Math" panose="02040503050406030204" pitchFamily="18" charset="0"/>
                          </a:rPr>
                          <m:t>𝑑𝑡</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𝑑𝑥</m:t>
                        </m:r>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𝒊</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𝑑𝑦</m:t>
                        </m:r>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𝒋</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𝑑𝑧</m:t>
                        </m:r>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𝒌</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acc>
                      <m:accPr>
                        <m:chr m:val="̂"/>
                        <m:ctrlPr>
                          <a:rPr lang="en-US" i="1">
                            <a:latin typeface="Cambria Math" panose="02040503050406030204" pitchFamily="18" charset="0"/>
                          </a:rPr>
                        </m:ctrlPr>
                      </m:accPr>
                      <m:e>
                        <m:r>
                          <a:rPr lang="en-US" b="1" i="1">
                            <a:latin typeface="Cambria Math" panose="02040503050406030204" pitchFamily="18" charset="0"/>
                          </a:rPr>
                          <m:t>𝒊</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sub>
                    </m:sSub>
                    <m:acc>
                      <m:accPr>
                        <m:chr m:val="̂"/>
                        <m:ctrlPr>
                          <a:rPr lang="en-US" i="1">
                            <a:latin typeface="Cambria Math" panose="02040503050406030204" pitchFamily="18" charset="0"/>
                          </a:rPr>
                        </m:ctrlPr>
                      </m:accPr>
                      <m:e>
                        <m:r>
                          <a:rPr lang="en-US" b="1" i="1">
                            <a:latin typeface="Cambria Math" panose="02040503050406030204" pitchFamily="18" charset="0"/>
                          </a:rPr>
                          <m:t>𝒋</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𝑧</m:t>
                        </m:r>
                      </m:sub>
                    </m:sSub>
                    <m:acc>
                      <m:accPr>
                        <m:chr m:val="̂"/>
                        <m:ctrlPr>
                          <a:rPr lang="en-US" i="1">
                            <a:latin typeface="Cambria Math" panose="02040503050406030204" pitchFamily="18" charset="0"/>
                          </a:rPr>
                        </m:ctrlPr>
                      </m:accPr>
                      <m:e>
                        <m:r>
                          <a:rPr lang="en-US" b="1" i="1">
                            <a:latin typeface="Cambria Math" panose="02040503050406030204" pitchFamily="18" charset="0"/>
                          </a:rPr>
                          <m:t>𝒌</m:t>
                        </m:r>
                      </m:e>
                    </m:acc>
                    <m:r>
                      <a:rPr lang="en-US" i="1">
                        <a:latin typeface="Cambria Math" panose="02040503050406030204" pitchFamily="18" charset="0"/>
                      </a:rPr>
                      <m:t>,</m:t>
                    </m:r>
                  </m:oMath>
                </a14:m>
                <a:endParaRPr lang="en-US" dirty="0"/>
              </a:p>
              <a:p>
                <a:pPr marL="0" indent="0">
                  <a:buNone/>
                </a:pPr>
                <a:r>
                  <a:rPr lang="en-US" dirty="0"/>
                  <a:t>                    </a:t>
                </a:r>
                <a14:m>
                  <m:oMath xmlns:m="http://schemas.openxmlformats.org/officeDocument/2006/math">
                    <m:acc>
                      <m:accPr>
                        <m:chr m:val="⃗"/>
                        <m:ctrlPr>
                          <a:rPr lang="en-US" i="1">
                            <a:latin typeface="Cambria Math" panose="02040503050406030204" pitchFamily="18" charset="0"/>
                          </a:rPr>
                        </m:ctrlPr>
                      </m:accPr>
                      <m:e>
                        <m:r>
                          <a:rPr lang="en-US" b="1" i="1">
                            <a:latin typeface="Cambria Math" panose="02040503050406030204" pitchFamily="18" charset="0"/>
                          </a:rPr>
                          <m:t>𝒂</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acc>
                          <m:accPr>
                            <m:chr m:val="⃗"/>
                            <m:ctrlPr>
                              <a:rPr lang="en-US" i="1">
                                <a:latin typeface="Cambria Math" panose="02040503050406030204" pitchFamily="18" charset="0"/>
                              </a:rPr>
                            </m:ctrlPr>
                          </m:accPr>
                          <m:e>
                            <m:r>
                              <a:rPr lang="en-US" b="1" i="1">
                                <a:latin typeface="Cambria Math" panose="02040503050406030204" pitchFamily="18" charset="0"/>
                              </a:rPr>
                              <m:t>𝒗</m:t>
                            </m:r>
                          </m:e>
                        </m:acc>
                      </m:num>
                      <m:den>
                        <m:r>
                          <a:rPr lang="en-US" i="1">
                            <a:latin typeface="Cambria Math" panose="02040503050406030204" pitchFamily="18" charset="0"/>
                          </a:rPr>
                          <m:t>𝑑𝑡</m:t>
                        </m:r>
                      </m:den>
                    </m:f>
                    <m:r>
                      <a:rPr lang="en-US" i="1">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sub>
                        </m:sSub>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𝒊</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sub>
                        </m:sSub>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𝒋</m:t>
                        </m:r>
                      </m:e>
                    </m:acc>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𝑑</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𝑧</m:t>
                            </m:r>
                          </m:sub>
                        </m:sSub>
                      </m:num>
                      <m:den>
                        <m:r>
                          <a:rPr lang="en-US" i="1">
                            <a:latin typeface="Cambria Math" panose="02040503050406030204" pitchFamily="18" charset="0"/>
                          </a:rPr>
                          <m:t>𝑑𝑡</m:t>
                        </m:r>
                      </m:den>
                    </m:f>
                    <m:acc>
                      <m:accPr>
                        <m:chr m:val="̂"/>
                        <m:ctrlPr>
                          <a:rPr lang="en-US" i="1">
                            <a:latin typeface="Cambria Math" panose="02040503050406030204" pitchFamily="18" charset="0"/>
                          </a:rPr>
                        </m:ctrlPr>
                      </m:accPr>
                      <m:e>
                        <m:r>
                          <a:rPr lang="en-US" b="1" i="1">
                            <a:latin typeface="Cambria Math" panose="02040503050406030204" pitchFamily="18" charset="0"/>
                          </a:rPr>
                          <m:t>𝒌</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𝑥</m:t>
                        </m:r>
                      </m:sub>
                    </m:sSub>
                    <m:acc>
                      <m:accPr>
                        <m:chr m:val="̂"/>
                        <m:ctrlPr>
                          <a:rPr lang="en-US" i="1">
                            <a:latin typeface="Cambria Math" panose="02040503050406030204" pitchFamily="18" charset="0"/>
                          </a:rPr>
                        </m:ctrlPr>
                      </m:accPr>
                      <m:e>
                        <m:r>
                          <a:rPr lang="en-US" b="1" i="1">
                            <a:latin typeface="Cambria Math" panose="02040503050406030204" pitchFamily="18" charset="0"/>
                          </a:rPr>
                          <m:t>𝒊</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𝑦</m:t>
                        </m:r>
                      </m:sub>
                    </m:sSub>
                    <m:acc>
                      <m:accPr>
                        <m:chr m:val="̂"/>
                        <m:ctrlPr>
                          <a:rPr lang="en-US" i="1">
                            <a:latin typeface="Cambria Math" panose="02040503050406030204" pitchFamily="18" charset="0"/>
                          </a:rPr>
                        </m:ctrlPr>
                      </m:accPr>
                      <m:e>
                        <m:r>
                          <a:rPr lang="en-US" b="1" i="1">
                            <a:latin typeface="Cambria Math" panose="02040503050406030204" pitchFamily="18" charset="0"/>
                          </a:rPr>
                          <m:t>𝒋</m:t>
                        </m:r>
                      </m:e>
                    </m:acc>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𝑧</m:t>
                        </m:r>
                      </m:sub>
                    </m:sSub>
                    <m:acc>
                      <m:accPr>
                        <m:chr m:val="̂"/>
                        <m:ctrlPr>
                          <a:rPr lang="en-US" i="1">
                            <a:latin typeface="Cambria Math" panose="02040503050406030204" pitchFamily="18" charset="0"/>
                          </a:rPr>
                        </m:ctrlPr>
                      </m:accPr>
                      <m:e>
                        <m:r>
                          <a:rPr lang="en-US" b="1" i="1">
                            <a:latin typeface="Cambria Math" panose="02040503050406030204" pitchFamily="18" charset="0"/>
                          </a:rPr>
                          <m:t>𝒌</m:t>
                        </m:r>
                      </m:e>
                    </m:acc>
                    <m:r>
                      <a:rPr lang="en-US" i="1">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2</m:t>
                            </m:r>
                          </m:sup>
                        </m:sSup>
                        <m:r>
                          <a:rPr lang="en-US" i="1">
                            <a:latin typeface="Cambria Math" panose="02040503050406030204" pitchFamily="18" charset="0"/>
                          </a:rPr>
                          <m:t>𝑥</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den>
                    </m:f>
                    <m:acc>
                      <m:accPr>
                        <m:chr m:val="̂"/>
                        <m:ctrlPr>
                          <a:rPr lang="en-US" i="1">
                            <a:latin typeface="Cambria Math" panose="02040503050406030204" pitchFamily="18" charset="0"/>
                          </a:rPr>
                        </m:ctrlPr>
                      </m:accPr>
                      <m:e>
                        <m:r>
                          <a:rPr lang="en-US" b="1" i="1">
                            <a:latin typeface="Cambria Math" panose="02040503050406030204" pitchFamily="18" charset="0"/>
                          </a:rPr>
                          <m:t>𝒊</m:t>
                        </m:r>
                      </m:e>
                    </m:acc>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2</m:t>
                            </m:r>
                          </m:sup>
                        </m:sSup>
                        <m:r>
                          <a:rPr lang="en-US" i="1">
                            <a:latin typeface="Cambria Math" panose="02040503050406030204" pitchFamily="18" charset="0"/>
                          </a:rPr>
                          <m:t>𝑦</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den>
                    </m:f>
                    <m:acc>
                      <m:accPr>
                        <m:chr m:val="̂"/>
                        <m:ctrlPr>
                          <a:rPr lang="en-US" i="1">
                            <a:latin typeface="Cambria Math" panose="02040503050406030204" pitchFamily="18" charset="0"/>
                          </a:rPr>
                        </m:ctrlPr>
                      </m:accPr>
                      <m:e>
                        <m:r>
                          <a:rPr lang="en-US" b="1" i="1">
                            <a:latin typeface="Cambria Math" panose="02040503050406030204" pitchFamily="18" charset="0"/>
                          </a:rPr>
                          <m:t>𝒋</m:t>
                        </m:r>
                      </m:e>
                    </m:acc>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𝑑</m:t>
                            </m:r>
                          </m:e>
                          <m:sup>
                            <m:r>
                              <a:rPr lang="en-US" i="1">
                                <a:latin typeface="Cambria Math" panose="02040503050406030204" pitchFamily="18" charset="0"/>
                              </a:rPr>
                              <m:t>2</m:t>
                            </m:r>
                          </m:sup>
                        </m:sSup>
                        <m:r>
                          <a:rPr lang="en-US" i="1">
                            <a:latin typeface="Cambria Math" panose="02040503050406030204" pitchFamily="18" charset="0"/>
                          </a:rPr>
                          <m:t>𝑧</m:t>
                        </m:r>
                      </m:num>
                      <m:den>
                        <m:r>
                          <a:rPr lang="en-US" i="1">
                            <a:latin typeface="Cambria Math" panose="02040503050406030204" pitchFamily="18" charset="0"/>
                          </a:rPr>
                          <m:t>𝑑</m:t>
                        </m:r>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den>
                    </m:f>
                    <m:acc>
                      <m:accPr>
                        <m:chr m:val="̂"/>
                        <m:ctrlPr>
                          <a:rPr lang="en-US" i="1">
                            <a:latin typeface="Cambria Math" panose="02040503050406030204" pitchFamily="18" charset="0"/>
                          </a:rPr>
                        </m:ctrlPr>
                      </m:accPr>
                      <m:e>
                        <m:r>
                          <a:rPr lang="en-US" b="1" i="1">
                            <a:latin typeface="Cambria Math" panose="02040503050406030204" pitchFamily="18" charset="0"/>
                          </a:rPr>
                          <m:t>𝒌</m:t>
                        </m:r>
                      </m:e>
                    </m:acc>
                    <m:r>
                      <a:rPr lang="en-US" i="1">
                        <a:latin typeface="Cambria Math" panose="02040503050406030204" pitchFamily="18" charset="0"/>
                      </a:rPr>
                      <m:t>.</m:t>
                    </m:r>
                  </m:oMath>
                </a14:m>
                <a:r>
                  <a:rPr lang="en-US" dirty="0"/>
                  <a:t> </a:t>
                </a:r>
              </a:p>
              <a:p>
                <a:r>
                  <a:rPr lang="en-US" dirty="0"/>
                  <a:t>We can derive the equations of motion assuming that all the accelerations are constant. The Kinematic Equations for Constant Acceleration in 2 Dimensions are:</a:t>
                </a:r>
              </a:p>
              <a:p>
                <a:pPr marL="0" indent="0">
                  <a:buNone/>
                </a:pPr>
                <a:endParaRPr lang="en-US" sz="1100" dirty="0"/>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r>
                            <a:rPr lang="en-US" i="1">
                              <a:latin typeface="Cambria Math" panose="02040503050406030204" pitchFamily="18" charset="0"/>
                            </a:rPr>
                            <m:t>0</m:t>
                          </m:r>
                        </m:sub>
                      </m:sSub>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𝑥</m:t>
                          </m:r>
                        </m:sub>
                      </m:s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m:oMathPara>
                </a14:m>
                <a:endParaRPr lang="en-US" dirty="0"/>
              </a:p>
              <a:p>
                <a:pPr marL="0" indent="0" algn="ctr">
                  <a:buNone/>
                </a:pP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r>
                          <a:rPr lang="en-US" i="1">
                            <a:latin typeface="Cambria Math" panose="02040503050406030204" pitchFamily="18" charset="0"/>
                          </a:rPr>
                          <m:t>0</m:t>
                        </m:r>
                      </m:sub>
                    </m:sSub>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𝑦</m:t>
                        </m:r>
                      </m:sub>
                    </m:s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en-US" dirty="0"/>
              </a:p>
              <a:p>
                <a:pPr marL="0" indent="0">
                  <a:buNone/>
                </a:pPr>
                <a:endParaRPr lang="en-US" dirty="0"/>
              </a:p>
              <a:p>
                <a:pPr marL="0" indent="0" algn="ctr">
                  <a:buNone/>
                </a:pPr>
                <a:endParaRPr lang="en-US" dirty="0"/>
              </a:p>
              <a:p>
                <a:endParaRPr lang="en-US" sz="4000" dirty="0"/>
              </a:p>
              <a:p>
                <a:endParaRPr lang="en-US" sz="4000" dirty="0"/>
              </a:p>
              <a:p>
                <a:endParaRPr lang="en-US" sz="4000" dirty="0"/>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677334" y="1371601"/>
                <a:ext cx="9800944" cy="5314950"/>
              </a:xfrm>
              <a:blipFill>
                <a:blip r:embed="rId2"/>
                <a:stretch>
                  <a:fillRect l="-124" r="-1057" t="-688"/>
                </a:stretch>
              </a:blipFill>
            </p:spPr>
            <p:txBody>
              <a:bodyPr/>
              <a:lstStyle/>
              <a:p>
                <a:r>
                  <a:rPr lang="en-US">
                    <a:noFill/>
                  </a:rPr>
                  <a:t> </a:t>
                </a:r>
              </a:p>
            </p:txBody>
          </p:sp>
        </mc:Fallback>
      </mc:AlternateContent>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45976"/>
          </a:xfrm>
        </p:spPr>
        <p:txBody>
          <a:bodyPr/>
          <a:lstStyle/>
          <a:p>
            <a:r>
              <a:rPr lang="en-US" dirty="0">
                <a:solidFill>
                  <a:srgbClr val="1391BC"/>
                </a:solidFill>
              </a:rPr>
              <a:t>Objectives</a:t>
            </a:r>
          </a:p>
        </p:txBody>
      </p:sp>
      <p:sp>
        <p:nvSpPr>
          <p:cNvPr id="3" name="Content Placeholder 2"/>
          <p:cNvSpPr>
            <a:spLocks noGrp="1"/>
          </p:cNvSpPr>
          <p:nvPr>
            <p:ph idx="1"/>
          </p:nvPr>
        </p:nvSpPr>
        <p:spPr>
          <a:xfrm>
            <a:off x="677334" y="2160589"/>
            <a:ext cx="8596668" cy="4525961"/>
          </a:xfrm>
        </p:spPr>
        <p:txBody>
          <a:bodyPr>
            <a:normAutofit/>
          </a:bodyPr>
          <a:lstStyle/>
          <a:p>
            <a:pPr lvl="0" hangingPunct="0"/>
            <a:r>
              <a:rPr lang="en-US" sz="2400" dirty="0"/>
              <a:t>Measure the velocity of a ball using two Photogates and computer software for timing.</a:t>
            </a:r>
          </a:p>
          <a:p>
            <a:pPr lvl="0" hangingPunct="0"/>
            <a:r>
              <a:rPr lang="en-US" sz="2400" dirty="0"/>
              <a:t>Apply concepts from two-dimensional kinematics to predict the impact point of a ball in projectile motion.</a:t>
            </a:r>
          </a:p>
          <a:p>
            <a:pPr lvl="0" hangingPunct="0"/>
            <a:r>
              <a:rPr lang="en-US" sz="2400" dirty="0"/>
              <a:t>Take into account trial-to-trial variations in the velocity measurement when calculating the impact point.</a:t>
            </a:r>
          </a:p>
          <a:p>
            <a:endParaRPr lang="en-US" sz="4000" dirty="0"/>
          </a:p>
        </p:txBody>
      </p:sp>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9C6C4-3C3B-8E09-128B-64EE0A035447}"/>
              </a:ext>
            </a:extLst>
          </p:cNvPr>
          <p:cNvSpPr>
            <a:spLocks noGrp="1"/>
          </p:cNvSpPr>
          <p:nvPr>
            <p:ph type="title"/>
          </p:nvPr>
        </p:nvSpPr>
        <p:spPr>
          <a:xfrm>
            <a:off x="687845" y="234684"/>
            <a:ext cx="8596668" cy="910944"/>
          </a:xfrm>
        </p:spPr>
        <p:txBody>
          <a:bodyPr/>
          <a:lstStyle/>
          <a:p>
            <a:r>
              <a:rPr lang="en-US" dirty="0"/>
              <a:t>Apparatus</a:t>
            </a:r>
          </a:p>
        </p:txBody>
      </p:sp>
      <p:pic>
        <p:nvPicPr>
          <p:cNvPr id="6" name="Content Placeholder 5" descr="A table with a blue and black tool, possibly a saw, positioned on top of it.">
            <a:extLst>
              <a:ext uri="{FF2B5EF4-FFF2-40B4-BE49-F238E27FC236}">
                <a16:creationId xmlns:a16="http://schemas.microsoft.com/office/drawing/2014/main" id="{919D720F-0CF0-30D5-7C21-800F97E56848}"/>
              </a:ext>
            </a:extLst>
          </p:cNvPr>
          <p:cNvPicPr>
            <a:picLocks noGrp="1" noChangeAspect="1"/>
          </p:cNvPicPr>
          <p:nvPr>
            <p:ph idx="1"/>
          </p:nvPr>
        </p:nvPicPr>
        <p:blipFill>
          <a:blip r:embed="rId2"/>
          <a:stretch>
            <a:fillRect/>
          </a:stretch>
        </p:blipFill>
        <p:spPr>
          <a:xfrm>
            <a:off x="239684" y="1317273"/>
            <a:ext cx="10160061" cy="2298309"/>
          </a:xfrm>
          <a:prstGeom prst="rect">
            <a:avLst/>
          </a:prstGeom>
        </p:spPr>
      </p:pic>
      <p:pic>
        <p:nvPicPr>
          <p:cNvPr id="7" name="Picture 6" descr="A table with a blue and black tool, possibly a saw, positioned on top, with some objects and a vertical rod attached.">
            <a:extLst>
              <a:ext uri="{FF2B5EF4-FFF2-40B4-BE49-F238E27FC236}">
                <a16:creationId xmlns:a16="http://schemas.microsoft.com/office/drawing/2014/main" id="{07E93145-0C44-1695-47BB-97298F8CCCDD}"/>
              </a:ext>
            </a:extLst>
          </p:cNvPr>
          <p:cNvPicPr>
            <a:picLocks noChangeAspect="1"/>
          </p:cNvPicPr>
          <p:nvPr/>
        </p:nvPicPr>
        <p:blipFill>
          <a:blip r:embed="rId3"/>
          <a:stretch>
            <a:fillRect/>
          </a:stretch>
        </p:blipFill>
        <p:spPr>
          <a:xfrm>
            <a:off x="3058510" y="3429000"/>
            <a:ext cx="4498428" cy="3452668"/>
          </a:xfrm>
          <a:prstGeom prst="rect">
            <a:avLst/>
          </a:prstGeom>
        </p:spPr>
      </p:pic>
    </p:spTree>
    <p:extLst>
      <p:ext uri="{BB962C8B-B14F-4D97-AF65-F5344CB8AC3E}">
        <p14:creationId xmlns:p14="http://schemas.microsoft.com/office/powerpoint/2010/main" val="2696085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431-8EB4-B72D-E620-BE71AAEC8785}"/>
              </a:ext>
            </a:extLst>
          </p:cNvPr>
          <p:cNvSpPr>
            <a:spLocks noGrp="1"/>
          </p:cNvSpPr>
          <p:nvPr>
            <p:ph type="title"/>
          </p:nvPr>
        </p:nvSpPr>
        <p:spPr>
          <a:xfrm>
            <a:off x="677334" y="609600"/>
            <a:ext cx="8596668" cy="790575"/>
          </a:xfrm>
        </p:spPr>
        <p:txBody>
          <a:bodyPr/>
          <a:lstStyle/>
          <a:p>
            <a:r>
              <a:rPr lang="en-US" dirty="0">
                <a:solidFill>
                  <a:srgbClr val="1391BC"/>
                </a:solidFill>
              </a:rPr>
              <a:t>Preliminary questions</a:t>
            </a:r>
          </a:p>
        </p:txBody>
      </p:sp>
      <p:sp>
        <p:nvSpPr>
          <p:cNvPr id="3" name="Content Placeholder 2">
            <a:extLst>
              <a:ext uri="{FF2B5EF4-FFF2-40B4-BE49-F238E27FC236}">
                <a16:creationId xmlns:a16="http://schemas.microsoft.com/office/drawing/2014/main" id="{A9FBF4DC-BE3B-E231-D15D-61B9BA9491BC}"/>
              </a:ext>
            </a:extLst>
          </p:cNvPr>
          <p:cNvSpPr>
            <a:spLocks noGrp="1"/>
          </p:cNvSpPr>
          <p:nvPr>
            <p:ph idx="1"/>
          </p:nvPr>
        </p:nvSpPr>
        <p:spPr>
          <a:xfrm>
            <a:off x="677334" y="1699209"/>
            <a:ext cx="8596668" cy="3880773"/>
          </a:xfrm>
        </p:spPr>
        <p:txBody>
          <a:bodyPr>
            <a:normAutofit lnSpcReduction="10000"/>
          </a:bodyPr>
          <a:lstStyle/>
          <a:p>
            <a:pPr marL="0" indent="0">
              <a:buNone/>
            </a:pPr>
            <a:r>
              <a:rPr lang="en-US" dirty="0"/>
              <a:t>1.	If you were to drop a ball, releasing it from rest, what information would be needed to predict how much time it would take for the ball to hit the floor? What assumptions must you make?</a:t>
            </a:r>
          </a:p>
          <a:p>
            <a:pPr marL="0" indent="0">
              <a:buNone/>
            </a:pPr>
            <a:endParaRPr lang="en-US" dirty="0"/>
          </a:p>
          <a:p>
            <a:pPr marL="0" indent="0">
              <a:buNone/>
            </a:pPr>
            <a:r>
              <a:rPr lang="en-US" dirty="0"/>
              <a:t>2.	If the ball in Question 1 is traveling at a known horizontal velocity when it starts to fall, explain how you would calculate how far it will travel before it hits the ground.</a:t>
            </a:r>
          </a:p>
          <a:p>
            <a:endParaRPr lang="en-US" dirty="0"/>
          </a:p>
          <a:p>
            <a:pPr marL="0" indent="0">
              <a:buNone/>
            </a:pPr>
            <a:r>
              <a:rPr lang="en-US" dirty="0"/>
              <a:t>3.	A pair of computer-interfaced Photogates can be used to accurately measure the time interval for an object to break the beam of one Photogate and then another. If you wanted to know the velocity of the object, what additional information would you need? </a:t>
            </a:r>
          </a:p>
          <a:p>
            <a:endParaRPr lang="en-US" dirty="0"/>
          </a:p>
        </p:txBody>
      </p:sp>
    </p:spTree>
    <p:extLst>
      <p:ext uri="{BB962C8B-B14F-4D97-AF65-F5344CB8AC3E}">
        <p14:creationId xmlns:p14="http://schemas.microsoft.com/office/powerpoint/2010/main" val="3933607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9348C-A3A1-AE5E-9473-1335F03A7C18}"/>
              </a:ext>
            </a:extLst>
          </p:cNvPr>
          <p:cNvSpPr>
            <a:spLocks noGrp="1"/>
          </p:cNvSpPr>
          <p:nvPr>
            <p:ph type="title"/>
          </p:nvPr>
        </p:nvSpPr>
        <p:spPr>
          <a:xfrm>
            <a:off x="677334" y="329682"/>
            <a:ext cx="8596668" cy="696686"/>
          </a:xfrm>
        </p:spPr>
        <p:txBody>
          <a:bodyPr/>
          <a:lstStyle/>
          <a:p>
            <a:r>
              <a:rPr lang="en-US" dirty="0">
                <a:solidFill>
                  <a:srgbClr val="1391BC"/>
                </a:solidFill>
              </a:rPr>
              <a:t>Procedure</a:t>
            </a:r>
          </a:p>
        </p:txBody>
      </p:sp>
      <p:sp>
        <p:nvSpPr>
          <p:cNvPr id="3" name="Content Placeholder 2">
            <a:extLst>
              <a:ext uri="{FF2B5EF4-FFF2-40B4-BE49-F238E27FC236}">
                <a16:creationId xmlns:a16="http://schemas.microsoft.com/office/drawing/2014/main" id="{A867CABE-8C0E-680D-7B47-DA9438736974}"/>
              </a:ext>
            </a:extLst>
          </p:cNvPr>
          <p:cNvSpPr>
            <a:spLocks noGrp="1"/>
          </p:cNvSpPr>
          <p:nvPr>
            <p:ph idx="1"/>
          </p:nvPr>
        </p:nvSpPr>
        <p:spPr>
          <a:xfrm>
            <a:off x="677334" y="1101012"/>
            <a:ext cx="8596668" cy="5673011"/>
          </a:xfrm>
        </p:spPr>
        <p:txBody>
          <a:bodyPr>
            <a:normAutofit/>
          </a:bodyPr>
          <a:lstStyle/>
          <a:p>
            <a:pPr marL="0" indent="0">
              <a:buNone/>
            </a:pPr>
            <a:r>
              <a:rPr lang="en-US" dirty="0"/>
              <a:t>1.	Set up a low ramp made of angle molding on a table so that a ball can roll down the ramp, across a short section of table, and off the table edge as shown in Figure.</a:t>
            </a:r>
          </a:p>
          <a:p>
            <a:endParaRPr lang="en-US" dirty="0"/>
          </a:p>
        </p:txBody>
      </p:sp>
      <p:pic>
        <p:nvPicPr>
          <p:cNvPr id="5" name="Picture 4" descr="Diagram showing a setup with a book, ramp, photogates, and a velocity graph labeled Vox, illustrating an experiment.">
            <a:extLst>
              <a:ext uri="{FF2B5EF4-FFF2-40B4-BE49-F238E27FC236}">
                <a16:creationId xmlns:a16="http://schemas.microsoft.com/office/drawing/2014/main" id="{75B9BFC0-889E-A419-741D-8F540C056D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4017" y="2435290"/>
            <a:ext cx="7661152" cy="3788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9332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006B5-640E-A53B-0AFB-27D45F5DB839}"/>
              </a:ext>
            </a:extLst>
          </p:cNvPr>
          <p:cNvSpPr>
            <a:spLocks noGrp="1"/>
          </p:cNvSpPr>
          <p:nvPr>
            <p:ph type="title"/>
          </p:nvPr>
        </p:nvSpPr>
        <p:spPr/>
        <p:txBody>
          <a:bodyPr/>
          <a:lstStyle/>
          <a:p>
            <a:r>
              <a:rPr lang="en-US" dirty="0">
                <a:solidFill>
                  <a:srgbClr val="1391BC"/>
                </a:solidFill>
              </a:rPr>
              <a:t>Procedure, Cont.</a:t>
            </a:r>
          </a:p>
        </p:txBody>
      </p:sp>
      <p:sp>
        <p:nvSpPr>
          <p:cNvPr id="3" name="Content Placeholder 2">
            <a:extLst>
              <a:ext uri="{FF2B5EF4-FFF2-40B4-BE49-F238E27FC236}">
                <a16:creationId xmlns:a16="http://schemas.microsoft.com/office/drawing/2014/main" id="{4E333F9C-14F1-A881-EB89-97B92C1B903B}"/>
              </a:ext>
            </a:extLst>
          </p:cNvPr>
          <p:cNvSpPr>
            <a:spLocks noGrp="1"/>
          </p:cNvSpPr>
          <p:nvPr>
            <p:ph idx="1"/>
          </p:nvPr>
        </p:nvSpPr>
        <p:spPr>
          <a:xfrm>
            <a:off x="677334" y="1436914"/>
            <a:ext cx="8596668" cy="5029199"/>
          </a:xfrm>
        </p:spPr>
        <p:txBody>
          <a:bodyPr>
            <a:normAutofit/>
          </a:bodyPr>
          <a:lstStyle/>
          <a:p>
            <a:pPr marL="0" indent="0">
              <a:buNone/>
            </a:pPr>
            <a:r>
              <a:rPr lang="en-US" dirty="0"/>
              <a:t>2.	Position the Photogates so the ball rolls through each of the Photogates while rolling on the horizontal table surface (but not on the ramp). Approximately center the detection line of each Photogate on the middle of the ball. Connect Photogate 1 to DIG/SONIC 1 of the interface and Photogate 2 to the corresponding second port. To prevent accidental movement of the Photogates, use tape to secure the ring stands in place.</a:t>
            </a:r>
          </a:p>
          <a:p>
            <a:pPr marL="0" indent="0">
              <a:buNone/>
            </a:pPr>
            <a:r>
              <a:rPr lang="en-US" dirty="0"/>
              <a:t>3.	Mark a starting position on the ramp so that you can repeatedly roll the ball from the same place. Roll the ball down the ramp through each Photogate and off the table. Catch the ball as soon as it leaves the table. Note: Do not let the ball hit the floor during these trials or during the following velocity measurements. Make sure that the ball does not strike the sides of the Photogates. Reposition the Photogates if necessary.</a:t>
            </a:r>
          </a:p>
          <a:p>
            <a:pPr marL="0" indent="0">
              <a:buNone/>
            </a:pPr>
            <a:r>
              <a:rPr lang="en-US" dirty="0"/>
              <a:t>4.	</a:t>
            </a:r>
            <a:r>
              <a:rPr lang="en-US" sz="1800" dirty="0">
                <a:solidFill>
                  <a:schemeClr val="tx1"/>
                </a:solidFill>
                <a:cs typeface="Times New Roman" pitchFamily="18" charset="0"/>
              </a:rPr>
              <a:t>Look for Logger Pro on desktop and open. Then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file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open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physics with computer. </a:t>
            </a:r>
            <a:r>
              <a:rPr lang="en-US" sz="1800">
                <a:solidFill>
                  <a:schemeClr val="tx1"/>
                </a:solidFill>
                <a:cs typeface="Times New Roman" pitchFamily="18" charset="0"/>
              </a:rPr>
              <a:t>Next o</a:t>
            </a:r>
            <a:r>
              <a:rPr lang="en-US"/>
              <a:t>pen </a:t>
            </a:r>
            <a:r>
              <a:rPr lang="en-US" dirty="0"/>
              <a:t>the file “08 Projectile Motion” in the Physics with Vernier folder. A data table and two graphs are displayed; one graph will show the time required for the ball to pass through the Photogates for each trial and the other will display the velocity of the object for each trial.</a:t>
            </a:r>
          </a:p>
          <a:p>
            <a:endParaRPr lang="en-US" dirty="0"/>
          </a:p>
        </p:txBody>
      </p:sp>
    </p:spTree>
    <p:extLst>
      <p:ext uri="{BB962C8B-B14F-4D97-AF65-F5344CB8AC3E}">
        <p14:creationId xmlns:p14="http://schemas.microsoft.com/office/powerpoint/2010/main" val="1734056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8F7F-BF07-435B-545A-B900CD706B29}"/>
              </a:ext>
            </a:extLst>
          </p:cNvPr>
          <p:cNvSpPr>
            <a:spLocks noGrp="1"/>
          </p:cNvSpPr>
          <p:nvPr>
            <p:ph type="title"/>
          </p:nvPr>
        </p:nvSpPr>
        <p:spPr>
          <a:xfrm>
            <a:off x="677334" y="326572"/>
            <a:ext cx="8596668" cy="811764"/>
          </a:xfrm>
        </p:spPr>
        <p:txBody>
          <a:bodyPr>
            <a:normAutofit/>
          </a:bodyPr>
          <a:lstStyle/>
          <a:p>
            <a:r>
              <a:rPr lang="en-US" dirty="0">
                <a:solidFill>
                  <a:srgbClr val="1391BC"/>
                </a:solidFill>
              </a:rPr>
              <a:t>Procedure, 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6BEB5A-5A2D-2BF4-6DC7-21B5ABF7D2F7}"/>
                  </a:ext>
                </a:extLst>
              </p:cNvPr>
              <p:cNvSpPr>
                <a:spLocks noGrp="1"/>
              </p:cNvSpPr>
              <p:nvPr>
                <p:ph idx="1"/>
              </p:nvPr>
            </p:nvSpPr>
            <p:spPr>
              <a:xfrm>
                <a:off x="449263" y="1268964"/>
                <a:ext cx="4841194" cy="4613778"/>
              </a:xfrm>
            </p:spPr>
            <p:txBody>
              <a:bodyPr>
                <a:normAutofit lnSpcReduction="10000"/>
              </a:bodyPr>
              <a:lstStyle/>
              <a:p>
                <a:r>
                  <a:rPr lang="en-US" dirty="0"/>
                  <a:t>5.	You must enter the distance,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𝑠</m:t>
                    </m:r>
                  </m:oMath>
                </a14:m>
                <a:r>
                  <a:rPr lang="en-US" dirty="0"/>
                  <a:t>, between Photogates in order for Logger Pro to calculate the velocity. The program will divide this distance by the time interval </a:t>
                </a:r>
                <a14:m>
                  <m:oMath xmlns:m="http://schemas.openxmlformats.org/officeDocument/2006/math">
                    <m:r>
                      <a:rPr lang="en-US" i="1" dirty="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𝑡</m:t>
                    </m:r>
                  </m:oMath>
                </a14:m>
                <a:r>
                  <a:rPr lang="en-US" dirty="0"/>
                  <a:t> it measures to get the velocity (</a:t>
                </a:r>
                <a14:m>
                  <m:oMath xmlns:m="http://schemas.openxmlformats.org/officeDocument/2006/math">
                    <m:r>
                      <a:rPr lang="en-US" i="1" dirty="0" smtClean="0">
                        <a:latin typeface="Cambria Math" panose="02040503050406030204" pitchFamily="18" charset="0"/>
                      </a:rPr>
                      <m:t>𝑣</m:t>
                    </m:r>
                    <m:r>
                      <a:rPr lang="en-US" i="1" dirty="0" smtClean="0">
                        <a:latin typeface="Cambria Math" panose="02040503050406030204" pitchFamily="18" charset="0"/>
                      </a:rPr>
                      <m:t> = ∆</m:t>
                    </m:r>
                    <m:r>
                      <a:rPr lang="en-US" i="1" dirty="0" smtClean="0">
                        <a:latin typeface="Cambria Math" panose="02040503050406030204" pitchFamily="18" charset="0"/>
                      </a:rPr>
                      <m:t>𝑠</m:t>
                    </m:r>
                    <m:r>
                      <a:rPr lang="en-US" i="1" dirty="0" smtClean="0">
                        <a:latin typeface="Cambria Math" panose="02040503050406030204" pitchFamily="18" charset="0"/>
                      </a:rPr>
                      <m:t>/∆</m:t>
                    </m:r>
                    <m:r>
                      <a:rPr lang="en-US" i="1" dirty="0" smtClean="0">
                        <a:latin typeface="Cambria Math" panose="02040503050406030204" pitchFamily="18" charset="0"/>
                      </a:rPr>
                      <m:t>𝑡</m:t>
                    </m:r>
                  </m:oMath>
                </a14:m>
                <a:r>
                  <a:rPr lang="en-US" dirty="0"/>
                  <a:t>). Carefully measure the distance from the beam of Photogate 1 to the beam of Photogate 2. (It may be easier to measure from the leading edge of Photogate 1 to the leading edge of Photogate 2.) To successfully predict the impact point, you must enter an accurate measurement. Enter the distance into Logger Pro by selecting Column Options  Velocity from the Data menu. In the equation field, change the 0.1 to the actual separation of your gate in meters. Click            to complete the edit.</a:t>
                </a:r>
              </a:p>
            </p:txBody>
          </p:sp>
        </mc:Choice>
        <mc:Fallback xmlns="">
          <p:sp>
            <p:nvSpPr>
              <p:cNvPr id="3" name="Content Placeholder 2">
                <a:extLst>
                  <a:ext uri="{FF2B5EF4-FFF2-40B4-BE49-F238E27FC236}">
                    <a16:creationId xmlns:a16="http://schemas.microsoft.com/office/drawing/2014/main" id="{D16BEB5A-5A2D-2BF4-6DC7-21B5ABF7D2F7}"/>
                  </a:ext>
                </a:extLst>
              </p:cNvPr>
              <p:cNvSpPr>
                <a:spLocks noAdjustHandles="1" noChangeArrowheads="1" noChangeAspect="1" noChangeShapeType="1" noEditPoints="1" noGrp="1" noMove="1" noResize="1" noRot="1" noTextEdit="1"/>
              </p:cNvSpPr>
              <p:nvPr>
                <p:ph idx="1"/>
              </p:nvPr>
            </p:nvSpPr>
            <p:spPr>
              <a:xfrm>
                <a:off x="449263" y="1268964"/>
                <a:ext cx="4841194" cy="4613778"/>
              </a:xfrm>
              <a:blipFill>
                <a:blip r:embed="rId2"/>
                <a:stretch>
                  <a:fillRect b="-264" l="-378" r="-1889" t="-1321"/>
                </a:stretch>
              </a:blipFill>
            </p:spPr>
            <p:txBody>
              <a:bodyPr/>
              <a:lstStyle/>
              <a:p>
                <a:r>
                  <a:rPr lang="en-US">
                    <a:noFill/>
                  </a:rPr>
                  <a:t> </a:t>
                </a:r>
              </a:p>
            </p:txBody>
          </p:sp>
        </mc:Fallback>
      </mc:AlternateContent>
      <p:pic>
        <p:nvPicPr>
          <p:cNvPr id="16" name="Picture 15" descr="Diagram showing two processes with measurements and a cylindrical object on the left.">
            <a:extLst>
              <a:ext uri="{FF2B5EF4-FFF2-40B4-BE49-F238E27FC236}">
                <a16:creationId xmlns:a16="http://schemas.microsoft.com/office/drawing/2014/main" id="{D969E0DE-7DE1-3B9F-DDCD-BD5DF8C7D4C5}"/>
              </a:ext>
            </a:extLst>
          </p:cNvPr>
          <p:cNvPicPr>
            <a:picLocks noChangeAspect="1"/>
          </p:cNvPicPr>
          <p:nvPr/>
        </p:nvPicPr>
        <p:blipFill>
          <a:blip r:embed="rId3"/>
          <a:stretch>
            <a:fillRect/>
          </a:stretch>
        </p:blipFill>
        <p:spPr>
          <a:xfrm>
            <a:off x="6096000" y="1446249"/>
            <a:ext cx="5783329" cy="3442994"/>
          </a:xfrm>
          <a:prstGeom prst="rect">
            <a:avLst/>
          </a:prstGeom>
        </p:spPr>
      </p:pic>
      <p:pic>
        <p:nvPicPr>
          <p:cNvPr id="23" name="Picture 22" descr="A white button with the word 'Done' written on it.">
            <a:extLst>
              <a:ext uri="{FF2B5EF4-FFF2-40B4-BE49-F238E27FC236}">
                <a16:creationId xmlns:a16="http://schemas.microsoft.com/office/drawing/2014/main" id="{5815DC73-60AE-E617-D755-510C4AFAE022}"/>
              </a:ext>
            </a:extLst>
          </p:cNvPr>
          <p:cNvPicPr>
            <a:picLocks noChangeAspect="1"/>
          </p:cNvPicPr>
          <p:nvPr/>
        </p:nvPicPr>
        <p:blipFill>
          <a:blip r:embed="rId4"/>
          <a:stretch>
            <a:fillRect/>
          </a:stretch>
        </p:blipFill>
        <p:spPr>
          <a:xfrm>
            <a:off x="1395549" y="5411752"/>
            <a:ext cx="9682371" cy="470990"/>
          </a:xfrm>
          <a:prstGeom prst="rect">
            <a:avLst/>
          </a:prstGeom>
        </p:spPr>
      </p:pic>
    </p:spTree>
    <p:extLst>
      <p:ext uri="{BB962C8B-B14F-4D97-AF65-F5344CB8AC3E}">
        <p14:creationId xmlns:p14="http://schemas.microsoft.com/office/powerpoint/2010/main" val="402252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5E8F-0076-FA2E-FB59-A30024050C04}"/>
              </a:ext>
            </a:extLst>
          </p:cNvPr>
          <p:cNvSpPr>
            <a:spLocks noGrp="1"/>
          </p:cNvSpPr>
          <p:nvPr>
            <p:ph type="title"/>
          </p:nvPr>
        </p:nvSpPr>
        <p:spPr>
          <a:xfrm>
            <a:off x="677334" y="609600"/>
            <a:ext cx="8596668" cy="855306"/>
          </a:xfrm>
        </p:spPr>
        <p:txBody>
          <a:bodyPr/>
          <a:lstStyle/>
          <a:p>
            <a:r>
              <a:rPr lang="en-US" dirty="0">
                <a:solidFill>
                  <a:srgbClr val="1391BC"/>
                </a:solidFill>
              </a:rPr>
              <a:t>Procedure, </a:t>
            </a:r>
            <a:r>
              <a:rPr lang="en-US" dirty="0" err="1">
                <a:solidFill>
                  <a:srgbClr val="1391BC"/>
                </a:solidFill>
              </a:rPr>
              <a:t>Cont</a:t>
            </a:r>
            <a:endParaRPr lang="en-US" dirty="0"/>
          </a:p>
        </p:txBody>
      </p:sp>
      <p:sp>
        <p:nvSpPr>
          <p:cNvPr id="3" name="Content Placeholder 2">
            <a:extLst>
              <a:ext uri="{FF2B5EF4-FFF2-40B4-BE49-F238E27FC236}">
                <a16:creationId xmlns:a16="http://schemas.microsoft.com/office/drawing/2014/main" id="{43EA2C30-14CB-FB99-77CF-97AA4A944253}"/>
              </a:ext>
            </a:extLst>
          </p:cNvPr>
          <p:cNvSpPr>
            <a:spLocks noGrp="1"/>
          </p:cNvSpPr>
          <p:nvPr>
            <p:ph idx="1"/>
          </p:nvPr>
        </p:nvSpPr>
        <p:spPr>
          <a:xfrm>
            <a:off x="677334" y="1352940"/>
            <a:ext cx="8596668" cy="1530219"/>
          </a:xfrm>
        </p:spPr>
        <p:txBody>
          <a:bodyPr/>
          <a:lstStyle/>
          <a:p>
            <a:pPr marL="0" indent="0">
              <a:buNone/>
            </a:pPr>
            <a:r>
              <a:rPr lang="en-US" dirty="0"/>
              <a:t>6.	Click             . Check to see that the Photogates are responding properly by moving your finger through Photogate 1 and then Photogate 2. Logger Pro will plot a time interval (*t) value for each instance you run your finger through Photogate 1 or Photogate 2. Click               , then click               again, to clear the trial data and prepare for data collection.</a:t>
            </a:r>
          </a:p>
        </p:txBody>
      </p:sp>
      <p:pic>
        <p:nvPicPr>
          <p:cNvPr id="4" name="Picture 3" descr="A button labeled 'Collect' with a play icon next to it.">
            <a:extLst>
              <a:ext uri="{FF2B5EF4-FFF2-40B4-BE49-F238E27FC236}">
                <a16:creationId xmlns:a16="http://schemas.microsoft.com/office/drawing/2014/main" id="{AA26969E-2C0D-C38F-A6E2-1A8F2071648D}"/>
              </a:ext>
            </a:extLst>
          </p:cNvPr>
          <p:cNvPicPr>
            <a:picLocks noChangeAspect="1"/>
          </p:cNvPicPr>
          <p:nvPr/>
        </p:nvPicPr>
        <p:blipFill>
          <a:blip r:embed="rId2"/>
          <a:stretch>
            <a:fillRect/>
          </a:stretch>
        </p:blipFill>
        <p:spPr>
          <a:xfrm>
            <a:off x="1763485" y="1395392"/>
            <a:ext cx="867747" cy="308533"/>
          </a:xfrm>
          <a:prstGeom prst="rect">
            <a:avLst/>
          </a:prstGeom>
        </p:spPr>
      </p:pic>
      <p:pic>
        <p:nvPicPr>
          <p:cNvPr id="5" name="Picture 4" descr="A button labeled 'Collect' with a play icon next to it.">
            <a:extLst>
              <a:ext uri="{FF2B5EF4-FFF2-40B4-BE49-F238E27FC236}">
                <a16:creationId xmlns:a16="http://schemas.microsoft.com/office/drawing/2014/main" id="{8DFAD331-F34A-3BA2-75D3-60ABC0607B1F}"/>
              </a:ext>
            </a:extLst>
          </p:cNvPr>
          <p:cNvPicPr>
            <a:picLocks noChangeAspect="1"/>
          </p:cNvPicPr>
          <p:nvPr/>
        </p:nvPicPr>
        <p:blipFill>
          <a:blip r:embed="rId2"/>
          <a:stretch>
            <a:fillRect/>
          </a:stretch>
        </p:blipFill>
        <p:spPr>
          <a:xfrm>
            <a:off x="6431902" y="2230016"/>
            <a:ext cx="979713" cy="348343"/>
          </a:xfrm>
          <a:prstGeom prst="rect">
            <a:avLst/>
          </a:prstGeom>
        </p:spPr>
      </p:pic>
      <p:pic>
        <p:nvPicPr>
          <p:cNvPr id="6" name="Picture 5" descr="A black square with the word 'Stop' written on it.">
            <a:extLst>
              <a:ext uri="{FF2B5EF4-FFF2-40B4-BE49-F238E27FC236}">
                <a16:creationId xmlns:a16="http://schemas.microsoft.com/office/drawing/2014/main" id="{EB108150-DF19-7A34-8765-646046D1225C}"/>
              </a:ext>
            </a:extLst>
          </p:cNvPr>
          <p:cNvPicPr>
            <a:picLocks noChangeAspect="1"/>
          </p:cNvPicPr>
          <p:nvPr/>
        </p:nvPicPr>
        <p:blipFill>
          <a:blip r:embed="rId3"/>
          <a:stretch>
            <a:fillRect/>
          </a:stretch>
        </p:blipFill>
        <p:spPr>
          <a:xfrm>
            <a:off x="4294874" y="2202024"/>
            <a:ext cx="979713" cy="348343"/>
          </a:xfrm>
          <a:prstGeom prst="rect">
            <a:avLst/>
          </a:prstGeom>
        </p:spPr>
      </p:pic>
      <p:sp>
        <p:nvSpPr>
          <p:cNvPr id="8" name="TextBox 7">
            <a:extLst>
              <a:ext uri="{FF2B5EF4-FFF2-40B4-BE49-F238E27FC236}">
                <a16:creationId xmlns:a16="http://schemas.microsoft.com/office/drawing/2014/main" id="{67E29080-779D-83D5-0F12-DA84EEBB5DA4}"/>
              </a:ext>
            </a:extLst>
          </p:cNvPr>
          <p:cNvSpPr txBox="1"/>
          <p:nvPr/>
        </p:nvSpPr>
        <p:spPr>
          <a:xfrm>
            <a:off x="677334" y="3046074"/>
            <a:ext cx="5023670" cy="3139321"/>
          </a:xfrm>
          <a:prstGeom prst="rect">
            <a:avLst/>
          </a:prstGeom>
          <a:noFill/>
        </p:spPr>
        <p:txBody>
          <a:bodyPr wrap="square">
            <a:spAutoFit/>
          </a:bodyPr>
          <a:lstStyle/>
          <a:p>
            <a:pPr marL="0" indent="0">
              <a:buNone/>
            </a:pPr>
            <a:r>
              <a:rPr lang="en-US" dirty="0"/>
              <a:t>7.	Roll the ball from the mark on the ramp, through both Photogates, and catch the ball immediately after it leaves the table. Repeat nine times. Take care not to bump any of the Photogates, or your velocity data will not be precise. Data collection will stop after two minutes. If you need more time, click            to restart, choosing Append. After the last trial, click               to end data collection. Record the velocity for each trial number in the data table.</a:t>
            </a:r>
          </a:p>
        </p:txBody>
      </p:sp>
      <p:graphicFrame>
        <p:nvGraphicFramePr>
          <p:cNvPr id="16" name="Table 15">
            <a:extLst>
              <a:ext uri="{FF2B5EF4-FFF2-40B4-BE49-F238E27FC236}">
                <a16:creationId xmlns:a16="http://schemas.microsoft.com/office/drawing/2014/main" id="{342BE10B-7BD9-AAAA-20EE-6150F64BCFE9}"/>
              </a:ext>
            </a:extLst>
          </p:cNvPr>
          <p:cNvGraphicFramePr>
            <a:graphicFrameLocks noGrp="1"/>
          </p:cNvGraphicFramePr>
          <p:nvPr>
            <p:extLst>
              <p:ext uri="{D42A27DB-BD31-4B8C-83A1-F6EECF244321}">
                <p14:modId xmlns:p14="http://schemas.microsoft.com/office/powerpoint/2010/main" val="1333929159"/>
              </p:ext>
            </p:extLst>
          </p:nvPr>
        </p:nvGraphicFramePr>
        <p:xfrm>
          <a:off x="6260840" y="2883159"/>
          <a:ext cx="2090058" cy="3865391"/>
        </p:xfrm>
        <a:graphic>
          <a:graphicData uri="http://schemas.openxmlformats.org/drawingml/2006/table">
            <a:tbl>
              <a:tblPr firstRow="1"/>
              <a:tblGrid>
                <a:gridCol w="1045029">
                  <a:extLst>
                    <a:ext uri="{9D8B030D-6E8A-4147-A177-3AD203B41FA5}">
                      <a16:colId xmlns:a16="http://schemas.microsoft.com/office/drawing/2014/main" val="2318623546"/>
                    </a:ext>
                  </a:extLst>
                </a:gridCol>
                <a:gridCol w="1045029">
                  <a:extLst>
                    <a:ext uri="{9D8B030D-6E8A-4147-A177-3AD203B41FA5}">
                      <a16:colId xmlns:a16="http://schemas.microsoft.com/office/drawing/2014/main" val="2059214863"/>
                    </a:ext>
                  </a:extLst>
                </a:gridCol>
              </a:tblGrid>
              <a:tr h="323996">
                <a:tc>
                  <a:txBody>
                    <a:bodyPr/>
                    <a:lstStyle/>
                    <a:p>
                      <a:pPr marL="0" marR="0" algn="ctr" hangingPunct="0">
                        <a:lnSpc>
                          <a:spcPct val="150000"/>
                        </a:lnSpc>
                        <a:spcBef>
                          <a:spcPts val="0"/>
                        </a:spcBef>
                        <a:spcAft>
                          <a:spcPts val="0"/>
                        </a:spcAft>
                      </a:pPr>
                      <a:r>
                        <a:rPr lang="en-US" sz="1600" dirty="0">
                          <a:effectLst/>
                          <a:latin typeface="Times New Roman" panose="02020603050405020304" pitchFamily="18" charset="0"/>
                          <a:ea typeface="Times New Roman" panose="02020603050405020304" pitchFamily="18" charset="0"/>
                        </a:rPr>
                        <a:t>Trial</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Velocity</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656913686"/>
                  </a:ext>
                </a:extLst>
              </a:tr>
              <a:tr h="276477">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hangingPunct="0">
                        <a:lnSpc>
                          <a:spcPct val="150000"/>
                        </a:lnSpc>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12763226"/>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1</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50252078"/>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2</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8142997"/>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3</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029459"/>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4</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8770877"/>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5</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859572"/>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6</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9854711"/>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7</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1211995"/>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8</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428740"/>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9</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51264178"/>
                  </a:ext>
                </a:extLst>
              </a:tr>
              <a:tr h="276477">
                <a:tc>
                  <a:txBody>
                    <a:bodyPr/>
                    <a:lstStyle/>
                    <a:p>
                      <a:pPr marL="0" marR="0" algn="ctr" hangingPunct="0">
                        <a:lnSpc>
                          <a:spcPct val="150000"/>
                        </a:lnSpc>
                        <a:spcBef>
                          <a:spcPts val="0"/>
                        </a:spcBef>
                        <a:spcAft>
                          <a:spcPts val="0"/>
                        </a:spcAft>
                      </a:pPr>
                      <a:r>
                        <a:rPr lang="en-US" sz="1600">
                          <a:effectLst/>
                          <a:latin typeface="Times New Roman" panose="02020603050405020304" pitchFamily="18" charset="0"/>
                          <a:ea typeface="Times New Roman" panose="02020603050405020304" pitchFamily="18" charset="0"/>
                        </a:rPr>
                        <a:t>10</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ct val="150000"/>
                        </a:lnSpc>
                        <a:spcBef>
                          <a:spcPts val="0"/>
                        </a:spcBef>
                        <a:spcAft>
                          <a:spcPts val="0"/>
                        </a:spcAft>
                      </a:pPr>
                      <a:r>
                        <a:rPr lang="en-US" sz="1600" dirty="0">
                          <a:effectLst/>
                          <a:latin typeface="Times New Roman" panose="02020603050405020304" pitchFamily="18" charset="0"/>
                          <a:ea typeface="Times New Roman" panose="02020603050405020304" pitchFamily="18" charset="0"/>
                        </a:rPr>
                        <a:t> </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0368535"/>
                  </a:ext>
                </a:extLst>
              </a:tr>
            </a:tbl>
          </a:graphicData>
        </a:graphic>
      </p:graphicFrame>
      <p:pic>
        <p:nvPicPr>
          <p:cNvPr id="17" name="Picture 16" descr="A button labeled 'Collect' with an arrow pointing to the right.">
            <a:extLst>
              <a:ext uri="{FF2B5EF4-FFF2-40B4-BE49-F238E27FC236}">
                <a16:creationId xmlns:a16="http://schemas.microsoft.com/office/drawing/2014/main" id="{F1D807F5-A4E0-7F5F-9E18-23E1CAF81F25}"/>
              </a:ext>
            </a:extLst>
          </p:cNvPr>
          <p:cNvPicPr>
            <a:picLocks noChangeAspect="1"/>
          </p:cNvPicPr>
          <p:nvPr/>
        </p:nvPicPr>
        <p:blipFill>
          <a:blip r:embed="rId2"/>
          <a:stretch>
            <a:fillRect/>
          </a:stretch>
        </p:blipFill>
        <p:spPr>
          <a:xfrm>
            <a:off x="4692987" y="4697669"/>
            <a:ext cx="979713" cy="348343"/>
          </a:xfrm>
          <a:prstGeom prst="rect">
            <a:avLst/>
          </a:prstGeom>
        </p:spPr>
      </p:pic>
      <p:pic>
        <p:nvPicPr>
          <p:cNvPr id="18" name="Picture 17" descr="A black square with the word 'Stop' written in white.">
            <a:extLst>
              <a:ext uri="{FF2B5EF4-FFF2-40B4-BE49-F238E27FC236}">
                <a16:creationId xmlns:a16="http://schemas.microsoft.com/office/drawing/2014/main" id="{40B3707E-7AFB-E73B-75E5-67A1A34E3E67}"/>
              </a:ext>
            </a:extLst>
          </p:cNvPr>
          <p:cNvPicPr>
            <a:picLocks noChangeAspect="1"/>
          </p:cNvPicPr>
          <p:nvPr/>
        </p:nvPicPr>
        <p:blipFill>
          <a:blip r:embed="rId3"/>
          <a:stretch>
            <a:fillRect/>
          </a:stretch>
        </p:blipFill>
        <p:spPr>
          <a:xfrm>
            <a:off x="1872025" y="5279105"/>
            <a:ext cx="979713" cy="348343"/>
          </a:xfrm>
          <a:prstGeom prst="rect">
            <a:avLst/>
          </a:prstGeom>
        </p:spPr>
      </p:pic>
    </p:spTree>
    <p:extLst>
      <p:ext uri="{BB962C8B-B14F-4D97-AF65-F5344CB8AC3E}">
        <p14:creationId xmlns:p14="http://schemas.microsoft.com/office/powerpoint/2010/main" val="3632162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9645A-2977-51B9-F005-618DA4EF9B25}"/>
              </a:ext>
            </a:extLst>
          </p:cNvPr>
          <p:cNvSpPr>
            <a:spLocks noGrp="1"/>
          </p:cNvSpPr>
          <p:nvPr>
            <p:ph type="title"/>
          </p:nvPr>
        </p:nvSpPr>
        <p:spPr>
          <a:xfrm>
            <a:off x="677334" y="161728"/>
            <a:ext cx="8596668" cy="752669"/>
          </a:xfrm>
        </p:spPr>
        <p:txBody>
          <a:bodyPr/>
          <a:lstStyle/>
          <a:p>
            <a:r>
              <a:rPr lang="en-US" dirty="0">
                <a:solidFill>
                  <a:srgbClr val="1391BC"/>
                </a:solidFill>
              </a:rPr>
              <a:t>Procedure, </a:t>
            </a:r>
            <a:r>
              <a:rPr lang="en-US" dirty="0" err="1">
                <a:solidFill>
                  <a:srgbClr val="1391BC"/>
                </a:solidFill>
              </a:rPr>
              <a:t>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DB3944-FC6D-ED0E-B64F-410E9978AB2A}"/>
                  </a:ext>
                </a:extLst>
              </p:cNvPr>
              <p:cNvSpPr>
                <a:spLocks noGrp="1"/>
              </p:cNvSpPr>
              <p:nvPr>
                <p:ph idx="1"/>
              </p:nvPr>
            </p:nvSpPr>
            <p:spPr>
              <a:xfrm>
                <a:off x="677334" y="984380"/>
                <a:ext cx="8596668" cy="2481942"/>
              </a:xfrm>
            </p:spPr>
            <p:txBody>
              <a:bodyPr/>
              <a:lstStyle/>
              <a:p>
                <a:pPr marL="0" indent="0">
                  <a:buNone/>
                </a:pPr>
                <a:r>
                  <a:rPr lang="en-US" dirty="0"/>
                  <a:t>8.	Inspect your velocity data. Did you get the same value every time? Determine the average, maximum, and minimum values by clicking once on the velocity vs. time graph and then clicking the Statistics button,       . What one value would be most representative of all ten measurements?</a:t>
                </a:r>
              </a:p>
              <a:p>
                <a:pPr marL="0" indent="0">
                  <a:buNone/>
                </a:pPr>
                <a:r>
                  <a:rPr lang="en-US" dirty="0"/>
                  <a:t>9.	Carefully measure the distance from the table top to the floor and record it as the table height </a:t>
                </a:r>
                <a14:m>
                  <m:oMath xmlns:m="http://schemas.openxmlformats.org/officeDocument/2006/math">
                    <m:r>
                      <a:rPr lang="en-US" i="1" dirty="0" smtClean="0">
                        <a:latin typeface="Cambria Math" panose="02040503050406030204" pitchFamily="18" charset="0"/>
                      </a:rPr>
                      <m:t>h</m:t>
                    </m:r>
                    <m:r>
                      <a:rPr lang="en-US" i="1" dirty="0" smtClean="0">
                        <a:latin typeface="Cambria Math" panose="02040503050406030204" pitchFamily="18" charset="0"/>
                      </a:rPr>
                      <m:t> </m:t>
                    </m:r>
                  </m:oMath>
                </a14:m>
                <a:r>
                  <a:rPr lang="en-US" dirty="0"/>
                  <a:t>in the data table (see page 4). Use a plumb bob to locate the point on the floor just beneath the point where the ball will leave the table. Mark this point with tape; it will serve as your floor origin. </a:t>
                </a:r>
              </a:p>
            </p:txBody>
          </p:sp>
        </mc:Choice>
        <mc:Fallback xmlns="">
          <p:sp>
            <p:nvSpPr>
              <p:cNvPr id="3" name="Content Placeholder 2">
                <a:extLst>
                  <a:ext uri="{FF2B5EF4-FFF2-40B4-BE49-F238E27FC236}">
                    <a16:creationId xmlns:a16="http://schemas.microsoft.com/office/drawing/2014/main" id="{99DB3944-FC6D-ED0E-B64F-410E9978AB2A}"/>
                  </a:ext>
                </a:extLst>
              </p:cNvPr>
              <p:cNvSpPr>
                <a:spLocks noAdjustHandles="1" noChangeArrowheads="1" noChangeAspect="1" noChangeShapeType="1" noEditPoints="1" noGrp="1" noMove="1" noResize="1" noRot="1" noTextEdit="1"/>
              </p:cNvSpPr>
              <p:nvPr>
                <p:ph idx="1"/>
              </p:nvPr>
            </p:nvSpPr>
            <p:spPr>
              <a:xfrm>
                <a:off x="677334" y="984380"/>
                <a:ext cx="8596668" cy="2481942"/>
              </a:xfrm>
              <a:blipFill>
                <a:blip r:embed="rId2"/>
                <a:stretch>
                  <a:fillRect b="-735" l="-567" r="-142" t="-1471"/>
                </a:stretch>
              </a:blipFill>
            </p:spPr>
            <p:txBody>
              <a:bodyPr/>
              <a:lstStyle/>
              <a:p>
                <a:r>
                  <a:rPr lang="en-US">
                    <a:noFill/>
                  </a:rPr>
                  <a:t> </a:t>
                </a:r>
              </a:p>
            </p:txBody>
          </p:sp>
        </mc:Fallback>
      </mc:AlternateContent>
      <p:pic>
        <p:nvPicPr>
          <p:cNvPr id="4" name="Picture 3" descr="Diagram of a table with labeled parts: plumb bob and floor origin.">
            <a:extLst>
              <a:ext uri="{FF2B5EF4-FFF2-40B4-BE49-F238E27FC236}">
                <a16:creationId xmlns:a16="http://schemas.microsoft.com/office/drawing/2014/main" id="{FE7BDC52-37CB-1A23-A146-E3EBE38FA1C3}"/>
              </a:ext>
            </a:extLst>
          </p:cNvPr>
          <p:cNvPicPr>
            <a:picLocks noChangeAspect="1"/>
          </p:cNvPicPr>
          <p:nvPr/>
        </p:nvPicPr>
        <p:blipFill>
          <a:blip r:embed="rId3"/>
          <a:stretch>
            <a:fillRect/>
          </a:stretch>
        </p:blipFill>
        <p:spPr>
          <a:xfrm>
            <a:off x="2528717" y="3676263"/>
            <a:ext cx="5263429" cy="2481942"/>
          </a:xfrm>
          <a:prstGeom prst="rect">
            <a:avLst/>
          </a:prstGeom>
        </p:spPr>
      </p:pic>
      <p:pic>
        <p:nvPicPr>
          <p:cNvPr id="5" name="Picture 4" descr="A black and white illustration of a person with a hat and a coat, holding an umbrella.">
            <a:extLst>
              <a:ext uri="{FF2B5EF4-FFF2-40B4-BE49-F238E27FC236}">
                <a16:creationId xmlns:a16="http://schemas.microsoft.com/office/drawing/2014/main" id="{8759D081-896D-4195-EE38-FCFF762DF6E7}"/>
              </a:ext>
            </a:extLst>
          </p:cNvPr>
          <p:cNvPicPr>
            <a:picLocks noChangeAspect="1"/>
          </p:cNvPicPr>
          <p:nvPr/>
        </p:nvPicPr>
        <p:blipFill>
          <a:blip r:embed="rId4"/>
          <a:stretch>
            <a:fillRect/>
          </a:stretch>
        </p:blipFill>
        <p:spPr>
          <a:xfrm>
            <a:off x="7287209" y="1575318"/>
            <a:ext cx="335902" cy="335902"/>
          </a:xfrm>
          <a:prstGeom prst="rect">
            <a:avLst/>
          </a:prstGeom>
        </p:spPr>
      </p:pic>
    </p:spTree>
    <p:extLst>
      <p:ext uri="{BB962C8B-B14F-4D97-AF65-F5344CB8AC3E}">
        <p14:creationId xmlns:p14="http://schemas.microsoft.com/office/powerpoint/2010/main" val="26953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F74C7-4F26-E158-8248-8EC8F9BEEABE}"/>
              </a:ext>
            </a:extLst>
          </p:cNvPr>
          <p:cNvSpPr>
            <a:spLocks noGrp="1"/>
          </p:cNvSpPr>
          <p:nvPr>
            <p:ph type="title"/>
          </p:nvPr>
        </p:nvSpPr>
        <p:spPr>
          <a:xfrm>
            <a:off x="677334" y="609600"/>
            <a:ext cx="8596668" cy="650033"/>
          </a:xfrm>
        </p:spPr>
        <p:txBody>
          <a:bodyPr/>
          <a:lstStyle/>
          <a:p>
            <a:r>
              <a:rPr lang="en-US" dirty="0">
                <a:solidFill>
                  <a:srgbClr val="1391BC"/>
                </a:solidFill>
              </a:rPr>
              <a:t>Procedure, </a:t>
            </a:r>
            <a:r>
              <a:rPr lang="en-US" dirty="0" err="1">
                <a:solidFill>
                  <a:srgbClr val="1391BC"/>
                </a:solidFill>
              </a:rPr>
              <a:t>Cont</a:t>
            </a:r>
            <a:endParaRPr lang="en-US" dirty="0"/>
          </a:p>
        </p:txBody>
      </p:sp>
      <p:sp>
        <p:nvSpPr>
          <p:cNvPr id="3" name="Content Placeholder 2">
            <a:extLst>
              <a:ext uri="{FF2B5EF4-FFF2-40B4-BE49-F238E27FC236}">
                <a16:creationId xmlns:a16="http://schemas.microsoft.com/office/drawing/2014/main" id="{CC99F2E8-6C56-706A-BBE2-74CDBFC21629}"/>
              </a:ext>
            </a:extLst>
          </p:cNvPr>
          <p:cNvSpPr>
            <a:spLocks noGrp="1"/>
          </p:cNvSpPr>
          <p:nvPr>
            <p:ph idx="1"/>
          </p:nvPr>
        </p:nvSpPr>
        <p:spPr>
          <a:xfrm>
            <a:off x="677334" y="1259633"/>
            <a:ext cx="8596668" cy="4781729"/>
          </a:xfrm>
        </p:spPr>
        <p:txBody>
          <a:bodyPr/>
          <a:lstStyle/>
          <a:p>
            <a:pPr marL="0" indent="0">
              <a:buNone/>
            </a:pPr>
            <a:r>
              <a:rPr lang="en-US" dirty="0"/>
              <a:t>10.	Use your average velocity value to calculate the distance from the floor origin to the impact point where the ball will hit the floor. You will need to algebraically combine the Kinematic Equations for Constant Acceleration.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C5EEA6-5416-1608-A489-FBDD38989414}"/>
                  </a:ext>
                </a:extLst>
              </p:cNvPr>
              <p:cNvSpPr txBox="1"/>
              <p:nvPr/>
            </p:nvSpPr>
            <p:spPr>
              <a:xfrm>
                <a:off x="1735493" y="2298150"/>
                <a:ext cx="6102220" cy="1002069"/>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𝑥</m:t>
                          </m:r>
                          <m:r>
                            <a:rPr lang="en-US" i="1">
                              <a:latin typeface="Cambria Math" panose="02040503050406030204" pitchFamily="18" charset="0"/>
                            </a:rPr>
                            <m:t>0</m:t>
                          </m:r>
                        </m:sub>
                      </m:sSub>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𝑥</m:t>
                          </m:r>
                        </m:sub>
                      </m:s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m:oMathPara>
                </a14:m>
                <a:endParaRPr lang="en-US" dirty="0"/>
              </a:p>
              <a:p>
                <a:pPr marL="0" indent="0" algn="ctr">
                  <a:buNone/>
                </a:pPr>
                <a:r>
                  <a:rPr lang="en-US" dirty="0"/>
                  <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𝑦</m:t>
                        </m:r>
                        <m:r>
                          <a:rPr lang="en-US" i="1">
                            <a:latin typeface="Cambria Math" panose="02040503050406030204" pitchFamily="18" charset="0"/>
                          </a:rPr>
                          <m:t>0</m:t>
                        </m:r>
                      </m:sub>
                    </m:sSub>
                    <m:r>
                      <a:rPr lang="en-US" i="1">
                        <a:latin typeface="Cambria Math" panose="02040503050406030204" pitchFamily="18" charset="0"/>
                      </a:rPr>
                      <m:t> </m:t>
                    </m:r>
                    <m:r>
                      <a:rPr lang="en-US" i="1">
                        <a:latin typeface="Cambria Math" panose="02040503050406030204" pitchFamily="18" charset="0"/>
                      </a:rPr>
                      <m:t>𝑡</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𝑦</m:t>
                        </m:r>
                      </m:sub>
                    </m:sSub>
                    <m:sSup>
                      <m:sSupPr>
                        <m:ctrlPr>
                          <a:rPr lang="en-US"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en-US" dirty="0"/>
              </a:p>
            </p:txBody>
          </p:sp>
        </mc:Choice>
        <mc:Fallback xmlns="">
          <p:sp>
            <p:nvSpPr>
              <p:cNvPr id="5" name="TextBox 4">
                <a:extLst>
                  <a:ext uri="{FF2B5EF4-FFF2-40B4-BE49-F238E27FC236}">
                    <a16:creationId xmlns:a16="http://schemas.microsoft.com/office/drawing/2014/main" id="{FEC5EEA6-5416-1608-A489-FBDD38989414}"/>
                  </a:ext>
                </a:extLst>
              </p:cNvPr>
              <p:cNvSpPr txBox="1">
                <a:spLocks noAdjustHandles="1" noChangeArrowheads="1" noChangeAspect="1" noChangeShapeType="1" noEditPoints="1" noMove="1" noResize="1" noRot="1" noTextEdit="1"/>
              </p:cNvSpPr>
              <p:nvPr/>
            </p:nvSpPr>
            <p:spPr>
              <a:xfrm>
                <a:off x="1735493" y="2298150"/>
                <a:ext cx="6102220" cy="1002069"/>
              </a:xfrm>
              <a:prstGeom prst="rect">
                <a:avLst/>
              </a:prstGeom>
              <a:blipFill>
                <a:blip r:embed="rId2"/>
                <a:stretch>
                  <a:fillRect b="-6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9B2F7C4-383A-D373-E036-5D203F381BE3}"/>
                  </a:ext>
                </a:extLst>
              </p:cNvPr>
              <p:cNvSpPr txBox="1"/>
              <p:nvPr/>
            </p:nvSpPr>
            <p:spPr>
              <a:xfrm>
                <a:off x="1054358" y="3552037"/>
                <a:ext cx="8219644" cy="2352182"/>
              </a:xfrm>
              <a:prstGeom prst="rect">
                <a:avLst/>
              </a:prstGeom>
              <a:noFill/>
            </p:spPr>
            <p:txBody>
              <a:bodyPr wrap="square">
                <a:spAutoFit/>
              </a:bodyPr>
              <a:lstStyle/>
              <a:p>
                <a:pPr hangingPunct="0"/>
                <a:r>
                  <a:rPr lang="en-US" dirty="0"/>
                  <a:t>The equations above can be simplified by first identifying the following: </a:t>
                </a:r>
              </a:p>
              <a:p>
                <a:pPr lvl="1" hangingPunct="0"/>
                <a:r>
                  <a:rPr lang="en-US" sz="1800" dirty="0"/>
                  <a:t>a. What is the value of the initial velocity in the vertical direction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𝑣</m:t>
                        </m:r>
                      </m:e>
                      <m:sub>
                        <m:r>
                          <a:rPr lang="en-US" sz="1800" i="1">
                            <a:latin typeface="Cambria Math" panose="02040503050406030204" pitchFamily="18" charset="0"/>
                          </a:rPr>
                          <m:t>𝑦</m:t>
                        </m:r>
                        <m:r>
                          <a:rPr lang="en-US" sz="1800" i="1">
                            <a:latin typeface="Cambria Math" panose="02040503050406030204" pitchFamily="18" charset="0"/>
                          </a:rPr>
                          <m:t>0</m:t>
                        </m:r>
                      </m:sub>
                    </m:sSub>
                  </m:oMath>
                </a14:m>
                <a:r>
                  <a:rPr lang="en-US" sz="1800" dirty="0"/>
                  <a:t>)? </a:t>
                </a:r>
              </a:p>
              <a:p>
                <a:pPr lvl="1" hangingPunct="0"/>
                <a:r>
                  <a:rPr lang="en-US" sz="1800" dirty="0"/>
                  <a:t>b. What is the acceleration in the horizontal direction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b="0" i="1" smtClean="0">
                            <a:latin typeface="Cambria Math" panose="02040503050406030204" pitchFamily="18" charset="0"/>
                          </a:rPr>
                          <m:t>𝑥</m:t>
                        </m:r>
                      </m:sub>
                    </m:sSub>
                  </m:oMath>
                </a14:m>
                <a:r>
                  <a:rPr lang="en-US" sz="1800" dirty="0"/>
                  <a:t>)? </a:t>
                </a:r>
              </a:p>
              <a:p>
                <a:pPr lvl="1" hangingPunct="0"/>
                <a:r>
                  <a:rPr lang="en-US" sz="1800" dirty="0"/>
                  <a:t>c. What is the acceleration in the vertical direction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𝑎</m:t>
                        </m:r>
                      </m:e>
                      <m:sub>
                        <m:r>
                          <a:rPr lang="en-US" sz="1800" i="1">
                            <a:latin typeface="Cambria Math" panose="02040503050406030204" pitchFamily="18" charset="0"/>
                          </a:rPr>
                          <m:t>𝑦</m:t>
                        </m:r>
                      </m:sub>
                    </m:sSub>
                  </m:oMath>
                </a14:m>
                <a:r>
                  <a:rPr lang="en-US" sz="1800" dirty="0"/>
                  <a:t>)? </a:t>
                </a:r>
              </a:p>
              <a:p>
                <a:pPr lvl="1" hangingPunct="0"/>
                <a:r>
                  <a:rPr lang="en-US" sz="1800" dirty="0"/>
                  <a:t>d. Remember that the time the ball takes to fall is the same as the time the ball flies horizontally. Use this information and the simplified equations to calculate (show below) how far the ball should travel horizontally during the fall.</a:t>
                </a:r>
              </a:p>
            </p:txBody>
          </p:sp>
        </mc:Choice>
        <mc:Fallback xmlns="">
          <p:sp>
            <p:nvSpPr>
              <p:cNvPr id="7" name="TextBox 6">
                <a:extLst>
                  <a:ext uri="{FF2B5EF4-FFF2-40B4-BE49-F238E27FC236}">
                    <a16:creationId xmlns:a16="http://schemas.microsoft.com/office/drawing/2014/main" id="{D9B2F7C4-383A-D373-E036-5D203F381BE3}"/>
                  </a:ext>
                </a:extLst>
              </p:cNvPr>
              <p:cNvSpPr txBox="1">
                <a:spLocks noAdjustHandles="1" noChangeArrowheads="1" noChangeAspect="1" noChangeShapeType="1" noEditPoints="1" noMove="1" noResize="1" noRot="1" noTextEdit="1"/>
              </p:cNvSpPr>
              <p:nvPr/>
            </p:nvSpPr>
            <p:spPr>
              <a:xfrm>
                <a:off x="1054358" y="3552037"/>
                <a:ext cx="8219644" cy="2352182"/>
              </a:xfrm>
              <a:prstGeom prst="rect">
                <a:avLst/>
              </a:prstGeom>
              <a:blipFill>
                <a:blip r:embed="rId3"/>
                <a:stretch>
                  <a:fillRect b="-3109" l="-668" t="-1813"/>
                </a:stretch>
              </a:blipFill>
            </p:spPr>
            <p:txBody>
              <a:bodyPr/>
              <a:lstStyle/>
              <a:p>
                <a:r>
                  <a:rPr lang="en-US">
                    <a:noFill/>
                  </a:rPr>
                  <a:t> </a:t>
                </a:r>
              </a:p>
            </p:txBody>
          </p:sp>
        </mc:Fallback>
      </mc:AlternateContent>
    </p:spTree>
    <p:extLst>
      <p:ext uri="{BB962C8B-B14F-4D97-AF65-F5344CB8AC3E}">
        <p14:creationId xmlns:p14="http://schemas.microsoft.com/office/powerpoint/2010/main" val="2890180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7F7B5-65BA-BFD8-BC0B-206B0FA1E526}"/>
              </a:ext>
            </a:extLst>
          </p:cNvPr>
          <p:cNvSpPr>
            <a:spLocks noGrp="1"/>
          </p:cNvSpPr>
          <p:nvPr>
            <p:ph type="title"/>
          </p:nvPr>
        </p:nvSpPr>
        <p:spPr>
          <a:xfrm>
            <a:off x="677334" y="195943"/>
            <a:ext cx="8596668" cy="845976"/>
          </a:xfrm>
        </p:spPr>
        <p:txBody>
          <a:bodyPr/>
          <a:lstStyle/>
          <a:p>
            <a:r>
              <a:rPr lang="en-US" dirty="0">
                <a:solidFill>
                  <a:srgbClr val="1391BC"/>
                </a:solidFill>
              </a:rPr>
              <a:t>Procedure, </a:t>
            </a:r>
            <a:r>
              <a:rPr lang="en-US" dirty="0" err="1">
                <a:solidFill>
                  <a:srgbClr val="1391BC"/>
                </a:solidFill>
              </a:rPr>
              <a:t>Cont</a:t>
            </a:r>
            <a:endParaRPr lang="en-US" dirty="0"/>
          </a:p>
        </p:txBody>
      </p:sp>
      <p:sp>
        <p:nvSpPr>
          <p:cNvPr id="3" name="Content Placeholder 2">
            <a:extLst>
              <a:ext uri="{FF2B5EF4-FFF2-40B4-BE49-F238E27FC236}">
                <a16:creationId xmlns:a16="http://schemas.microsoft.com/office/drawing/2014/main" id="{3FAEC345-329D-F4AD-CACF-290D70F42E01}"/>
              </a:ext>
            </a:extLst>
          </p:cNvPr>
          <p:cNvSpPr>
            <a:spLocks noGrp="1"/>
          </p:cNvSpPr>
          <p:nvPr>
            <p:ph idx="1"/>
          </p:nvPr>
        </p:nvSpPr>
        <p:spPr>
          <a:xfrm>
            <a:off x="751979" y="861848"/>
            <a:ext cx="8596668" cy="6085490"/>
          </a:xfrm>
        </p:spPr>
        <p:txBody>
          <a:bodyPr>
            <a:normAutofit lnSpcReduction="10000"/>
          </a:bodyPr>
          <a:lstStyle/>
          <a:p>
            <a:pPr marL="0" indent="0">
              <a:buNone/>
            </a:pPr>
            <a:r>
              <a:rPr lang="en-US" sz="2000" dirty="0"/>
              <a:t>11. 	Mark your predicted impact point on the floor with tape and position a target (sheet of white paper covered with carbon paper) at the predicted impact point. Be sure the impact point is along the line of the track.</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12.	To account for the variations you saw in the Photogate velocity measurements, repeat the calculation in Step 10 for the minimum and maximum velocity. These two additional points show the limits of impact range that you might expect, considering the variation in your velocity measurement. Mark these points on the floor as well.</a:t>
            </a:r>
          </a:p>
          <a:p>
            <a:pPr marL="0" indent="0">
              <a:buNone/>
            </a:pPr>
            <a:r>
              <a:rPr lang="en-US" sz="2000" dirty="0"/>
              <a:t>13.	Release the ball from the marked starting point, and let the ball roll off the table and onto the floor. Mark the point of impact with tape. Measure the distance from the floor origin to the actual impact and enter the distance in the data table.</a:t>
            </a:r>
          </a:p>
        </p:txBody>
      </p:sp>
      <p:pic>
        <p:nvPicPr>
          <p:cNvPr id="4" name="Picture 3" descr="A diagram showing a carbon paper target with a dotted line indicating a projectile's path.">
            <a:extLst>
              <a:ext uri="{FF2B5EF4-FFF2-40B4-BE49-F238E27FC236}">
                <a16:creationId xmlns:a16="http://schemas.microsoft.com/office/drawing/2014/main" id="{36902DC0-92EA-6A29-3E33-38B2D7C5C1DB}"/>
              </a:ext>
            </a:extLst>
          </p:cNvPr>
          <p:cNvPicPr>
            <a:picLocks noChangeAspect="1"/>
          </p:cNvPicPr>
          <p:nvPr/>
        </p:nvPicPr>
        <p:blipFill>
          <a:blip r:embed="rId2"/>
          <a:stretch>
            <a:fillRect/>
          </a:stretch>
        </p:blipFill>
        <p:spPr>
          <a:xfrm>
            <a:off x="3426390" y="1902371"/>
            <a:ext cx="2183904" cy="1669268"/>
          </a:xfrm>
          <a:prstGeom prst="rect">
            <a:avLst/>
          </a:prstGeom>
        </p:spPr>
      </p:pic>
    </p:spTree>
    <p:extLst>
      <p:ext uri="{BB962C8B-B14F-4D97-AF65-F5344CB8AC3E}">
        <p14:creationId xmlns:p14="http://schemas.microsoft.com/office/powerpoint/2010/main" val="551504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DCB67-BFC3-DECA-F5D1-B642D281D53A}"/>
              </a:ext>
            </a:extLst>
          </p:cNvPr>
          <p:cNvSpPr>
            <a:spLocks noGrp="1"/>
          </p:cNvSpPr>
          <p:nvPr>
            <p:ph type="title"/>
          </p:nvPr>
        </p:nvSpPr>
        <p:spPr/>
        <p:txBody>
          <a:bodyPr/>
          <a:lstStyle/>
          <a:p>
            <a:r>
              <a:rPr lang="en-US" dirty="0">
                <a:solidFill>
                  <a:srgbClr val="1391BC"/>
                </a:solidFill>
              </a:rPr>
              <a:t>Data Table</a:t>
            </a:r>
          </a:p>
        </p:txBody>
      </p:sp>
      <p:graphicFrame>
        <p:nvGraphicFramePr>
          <p:cNvPr id="5" name="Table 4">
            <a:extLst>
              <a:ext uri="{FF2B5EF4-FFF2-40B4-BE49-F238E27FC236}">
                <a16:creationId xmlns:a16="http://schemas.microsoft.com/office/drawing/2014/main" id="{F33A7688-9674-CC7D-2652-FB354C3C6B43}"/>
              </a:ext>
            </a:extLst>
          </p:cNvPr>
          <p:cNvGraphicFramePr>
            <a:graphicFrameLocks noGrp="1"/>
          </p:cNvGraphicFramePr>
          <p:nvPr>
            <p:extLst>
              <p:ext uri="{D42A27DB-BD31-4B8C-83A1-F6EECF244321}">
                <p14:modId xmlns:p14="http://schemas.microsoft.com/office/powerpoint/2010/main" val="3383853649"/>
              </p:ext>
            </p:extLst>
          </p:nvPr>
        </p:nvGraphicFramePr>
        <p:xfrm>
          <a:off x="1791478" y="1754154"/>
          <a:ext cx="5859624" cy="3890864"/>
        </p:xfrm>
        <a:graphic>
          <a:graphicData uri="http://schemas.openxmlformats.org/drawingml/2006/table">
            <a:tbl>
              <a:tblPr firstRow="1"/>
              <a:tblGrid>
                <a:gridCol w="4212112">
                  <a:extLst>
                    <a:ext uri="{9D8B030D-6E8A-4147-A177-3AD203B41FA5}">
                      <a16:colId xmlns:a16="http://schemas.microsoft.com/office/drawing/2014/main" val="1366424357"/>
                    </a:ext>
                  </a:extLst>
                </a:gridCol>
                <a:gridCol w="1128100">
                  <a:extLst>
                    <a:ext uri="{9D8B030D-6E8A-4147-A177-3AD203B41FA5}">
                      <a16:colId xmlns:a16="http://schemas.microsoft.com/office/drawing/2014/main" val="1363269516"/>
                    </a:ext>
                  </a:extLst>
                </a:gridCol>
                <a:gridCol w="519412">
                  <a:extLst>
                    <a:ext uri="{9D8B030D-6E8A-4147-A177-3AD203B41FA5}">
                      <a16:colId xmlns:a16="http://schemas.microsoft.com/office/drawing/2014/main" val="2983720705"/>
                    </a:ext>
                  </a:extLst>
                </a:gridCol>
              </a:tblGrid>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Maximum velocity (         )</a:t>
                      </a:r>
                      <a:endParaRPr lang="en-US"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4369225"/>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Minimum velocity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9911631"/>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Average velocity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7113596"/>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Table height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9754584"/>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Predicted impact point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458823"/>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Minimum impact point distance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34970171"/>
                  </a:ext>
                </a:extLst>
              </a:tr>
              <a:tr h="486358">
                <a:tc>
                  <a:txBody>
                    <a:bodyPr/>
                    <a:lstStyle/>
                    <a:p>
                      <a:pPr marL="91440" marR="0" algn="l" hangingPunct="0">
                        <a:lnSpc>
                          <a:spcPts val="1000"/>
                        </a:lnSpc>
                        <a:spcBef>
                          <a:spcPts val="300"/>
                        </a:spcBef>
                        <a:spcAft>
                          <a:spcPts val="300"/>
                        </a:spcAft>
                        <a:tabLst>
                          <a:tab pos="1657350" algn="l"/>
                          <a:tab pos="3200400" algn="l"/>
                          <a:tab pos="4572000" algn="l"/>
                        </a:tabLst>
                      </a:pPr>
                      <a:r>
                        <a:rPr lang="en-US" sz="20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Maximum impact point distance (        )</a:t>
                      </a:r>
                      <a:endParaRPr lang="en-US" sz="14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5268753"/>
                  </a:ext>
                </a:extLst>
              </a:tr>
              <a:tr h="486358">
                <a:tc>
                  <a:txBody>
                    <a:bodyPr/>
                    <a:lstStyle/>
                    <a:p>
                      <a:pPr marL="0" marR="0" indent="91440" algn="l" hangingPunct="0">
                        <a:lnSpc>
                          <a:spcPts val="1000"/>
                        </a:lnSpc>
                        <a:spcBef>
                          <a:spcPts val="300"/>
                        </a:spcBef>
                        <a:spcAft>
                          <a:spcPts val="300"/>
                        </a:spcAft>
                        <a:tabLst>
                          <a:tab pos="1657350" algn="l"/>
                          <a:tab pos="3200400" algn="l"/>
                          <a:tab pos="4572000" algn="l"/>
                        </a:tabLs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Actual impact point distance (        )</a:t>
                      </a:r>
                      <a:endParaRPr lang="en-US"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hangingPunct="0">
                        <a:lnSpc>
                          <a:spcPts val="1000"/>
                        </a:lnSpc>
                        <a:spcBef>
                          <a:spcPts val="300"/>
                        </a:spcBef>
                        <a:spcAft>
                          <a:spcPts val="300"/>
                        </a:spcAft>
                        <a:tabLst>
                          <a:tab pos="1657350" algn="l"/>
                          <a:tab pos="3200400" algn="l"/>
                          <a:tab pos="4572000" algn="l"/>
                        </a:tabLst>
                      </a:pPr>
                      <a:r>
                        <a:rPr lang="en-US" sz="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0" marR="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0155848"/>
                  </a:ext>
                </a:extLst>
              </a:tr>
            </a:tbl>
          </a:graphicData>
        </a:graphic>
      </p:graphicFrame>
    </p:spTree>
    <p:extLst>
      <p:ext uri="{BB962C8B-B14F-4D97-AF65-F5344CB8AC3E}">
        <p14:creationId xmlns:p14="http://schemas.microsoft.com/office/powerpoint/2010/main" val="1931507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7B3F2-2F7A-647D-397D-B6FF12FA225F}"/>
              </a:ext>
            </a:extLst>
          </p:cNvPr>
          <p:cNvSpPr>
            <a:spLocks noGrp="1"/>
          </p:cNvSpPr>
          <p:nvPr>
            <p:ph type="title"/>
          </p:nvPr>
        </p:nvSpPr>
        <p:spPr>
          <a:xfrm>
            <a:off x="677334" y="609600"/>
            <a:ext cx="8596668" cy="724678"/>
          </a:xfrm>
        </p:spPr>
        <p:txBody>
          <a:bodyPr/>
          <a:lstStyle/>
          <a:p>
            <a:r>
              <a:rPr lang="en-US" dirty="0">
                <a:solidFill>
                  <a:srgbClr val="1391BC"/>
                </a:solidFill>
              </a:rPr>
              <a:t>Analysis</a:t>
            </a:r>
          </a:p>
        </p:txBody>
      </p:sp>
      <p:sp>
        <p:nvSpPr>
          <p:cNvPr id="3" name="Content Placeholder 2">
            <a:extLst>
              <a:ext uri="{FF2B5EF4-FFF2-40B4-BE49-F238E27FC236}">
                <a16:creationId xmlns:a16="http://schemas.microsoft.com/office/drawing/2014/main" id="{C5926E7E-D964-80DE-0BA4-5BE16197D1B9}"/>
              </a:ext>
            </a:extLst>
          </p:cNvPr>
          <p:cNvSpPr>
            <a:spLocks noGrp="1"/>
          </p:cNvSpPr>
          <p:nvPr>
            <p:ph idx="1"/>
          </p:nvPr>
        </p:nvSpPr>
        <p:spPr>
          <a:xfrm>
            <a:off x="677334" y="1334279"/>
            <a:ext cx="8596668" cy="4707084"/>
          </a:xfrm>
        </p:spPr>
        <p:txBody>
          <a:bodyPr>
            <a:normAutofit lnSpcReduction="10000"/>
          </a:bodyPr>
          <a:lstStyle/>
          <a:p>
            <a:pPr marL="0" indent="0">
              <a:buNone/>
            </a:pPr>
            <a:r>
              <a:rPr lang="en-US" dirty="0"/>
              <a:t>1.	Should you expect any numerical prediction based on experimental measurements to be exact? Would a range for the prediction be more appropriate? Explain.</a:t>
            </a:r>
          </a:p>
          <a:p>
            <a:pPr marL="0" indent="0">
              <a:buNone/>
            </a:pPr>
            <a:r>
              <a:rPr lang="en-US" dirty="0"/>
              <a:t>2.	Was your actual impact point between your minimum and maximum impact predictions? If so, your prediction was successful. If not, why do you think it was not?</a:t>
            </a:r>
          </a:p>
          <a:p>
            <a:pPr marL="0" indent="0">
              <a:buNone/>
            </a:pPr>
            <a:r>
              <a:rPr lang="en-US" dirty="0"/>
              <a:t>3.	You accounted for variations in the velocity measurement in your range prediction. Are there other measurements you used which affect the range prediction? What are they?</a:t>
            </a:r>
          </a:p>
          <a:p>
            <a:pPr marL="0" indent="0">
              <a:buNone/>
            </a:pPr>
            <a:r>
              <a:rPr lang="en-US" dirty="0"/>
              <a:t>4.	Did you account for air resistance in your prediction? If so, how? If not, how would air resistance change the distance the ball flies?</a:t>
            </a:r>
          </a:p>
          <a:p>
            <a:pPr marL="0" indent="0">
              <a:buNone/>
            </a:pPr>
            <a:r>
              <a:rPr lang="en-US" dirty="0"/>
              <a:t>5.	Describe one random error encountered in this experiment. Say explicitly why it is a random error.</a:t>
            </a:r>
          </a:p>
          <a:p>
            <a:pPr marL="0" indent="0">
              <a:buNone/>
            </a:pPr>
            <a:r>
              <a:rPr lang="en-US" dirty="0"/>
              <a:t>6.	Describe one systematic error encountered in this experiment. Say explicitly why it is a systematic error.</a:t>
            </a:r>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738947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3.xml><?xml version="1.0" encoding="utf-8"?>
<ds:datastoreItem xmlns:ds="http://schemas.openxmlformats.org/officeDocument/2006/customXml" ds:itemID="{7225624F-0EAC-4094-AA61-F8B3C677E6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12652</TotalTime>
  <Words>1700</Words>
  <Application>Microsoft Office PowerPoint</Application>
  <PresentationFormat>Widescreen</PresentationFormat>
  <Paragraphs>118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 Math</vt:lpstr>
      <vt:lpstr>Times New Roman</vt:lpstr>
      <vt:lpstr>Trebuchet MS</vt:lpstr>
      <vt:lpstr>Wingdings 3</vt:lpstr>
      <vt:lpstr>Facet</vt:lpstr>
      <vt:lpstr>Lab 7: Projectile Motion</vt:lpstr>
      <vt:lpstr>Introduction</vt:lpstr>
      <vt:lpstr>Objectives</vt:lpstr>
      <vt:lpstr>Apparatus</vt:lpstr>
      <vt:lpstr>Preliminary questions</vt:lpstr>
      <vt:lpstr>Procedure</vt:lpstr>
      <vt:lpstr>Procedure, Cont.</vt:lpstr>
      <vt:lpstr>Procedure, Cont.</vt:lpstr>
      <vt:lpstr>Procedure, Cont</vt:lpstr>
      <vt:lpstr>Procedure, Cont</vt:lpstr>
      <vt:lpstr>Procedure, Cont</vt:lpstr>
      <vt:lpstr>Procedure, Cont</vt:lpstr>
      <vt:lpstr>Data Table</vt:lpstr>
      <vt:lpstr>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Tyrone Clinton</cp:lastModifiedBy>
  <cp:revision>99</cp:revision>
  <dcterms:created xsi:type="dcterms:W3CDTF">2015-03-02T04:15:14Z</dcterms:created>
  <dcterms:modified xsi:type="dcterms:W3CDTF">2026-02-17T19:07:59Z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8,9,11</vt:lpwstr>
  </property>
</Properties>
</file>