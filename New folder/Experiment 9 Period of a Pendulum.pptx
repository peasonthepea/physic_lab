
<file path=[Content_Types].xml><?xml version="1.0" encoding="utf-8"?>
<Types xmlns="http://schemas.openxmlformats.org/package/2006/content-types">
  <Default ContentType="application/vnd.openxmlformats-officedocument.wordprocessingml.document" Extension="docx"/>
  <Default ContentType="image/x-emf" Extension="emf"/>
  <Default ContentType="image/jpeg" Extension="jpeg"/>
  <Default ContentType="image/png" Extension="png"/>
  <Default ContentType="application/vnd.openxmlformats-package.relationships+xml" Extension="rels"/>
  <Default ContentType="image/x-wmf" Extension="wmf"/>
  <Default ContentType="application/xml" Extension="xml"/>
  <Override ContentType="application/vnd.openxmlformats-officedocument.customXmlProperties+xml" PartName="/customXml/itemProps1.xml"/>
  <Override ContentType="application/vnd.openxmlformats-officedocument.customXmlProperties+xml" PartName="/customXml/itemProps2.xml"/>
  <Override ContentType="application/vnd.openxmlformats-officedocument.customXmlProperties+xml" PartName="/customXml/itemProps3.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changesinfo+xml" PartName="/ppt/changesInfos/changesInfo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318" r:id="rId6"/>
    <p:sldId id="311" r:id="rId7"/>
    <p:sldId id="337" r:id="rId8"/>
    <p:sldId id="336" r:id="rId9"/>
    <p:sldId id="326" r:id="rId10"/>
    <p:sldId id="338" r:id="rId11"/>
    <p:sldId id="339" r:id="rId12"/>
    <p:sldId id="344" r:id="rId13"/>
    <p:sldId id="340" r:id="rId14"/>
    <p:sldId id="334" r:id="rId15"/>
    <p:sldId id="341" r:id="rId16"/>
    <p:sldId id="342" r:id="rId17"/>
    <p:sldId id="335" r:id="rId18"/>
    <p:sldId id="34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02" autoAdjust="0"/>
    <p:restoredTop sz="94238" autoAdjust="0"/>
  </p:normalViewPr>
  <p:slideViewPr>
    <p:cSldViewPr snapToGrid="0">
      <p:cViewPr varScale="1">
        <p:scale>
          <a:sx n="68" d="100"/>
          <a:sy n="68" d="100"/>
        </p:scale>
        <p:origin x="666" y="60"/>
      </p:cViewPr>
      <p:guideLst/>
    </p:cSldViewPr>
  </p:slideViewPr>
  <p:notesTextViewPr>
    <p:cViewPr>
      <p:scale>
        <a:sx n="3" d="2"/>
        <a:sy n="3" d="2"/>
      </p:scale>
      <p:origin x="0" y="0"/>
    </p:cViewPr>
  </p:notesTextViewPr>
  <p:gridSpacing cx="76200" cy="76200"/>
</p:viewPr>
</file>

<file path=ppt/_rels/presentation.xml.rels><?xml version="1.0" encoding="UTF-8" standalone="yes"?><Relationships xmlns="http://schemas.openxmlformats.org/package/2006/relationships"><Relationship Id="rId1" Target="../customXml/item1.xml" Type="http://schemas.openxmlformats.org/officeDocument/2006/relationships/customXml"/><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 Target="../customXml/item2.xml" Type="http://schemas.openxmlformats.org/officeDocument/2006/relationships/customXml"/><Relationship Id="rId20" Target="presProps.xml" Type="http://schemas.openxmlformats.org/officeDocument/2006/relationships/presProps"/><Relationship Id="rId21" Target="viewProps.xml" Type="http://schemas.openxmlformats.org/officeDocument/2006/relationships/viewProps"/><Relationship Id="rId22" Target="theme/theme1.xml" Type="http://schemas.openxmlformats.org/officeDocument/2006/relationships/theme"/><Relationship Id="rId23" Target="tableStyles.xml" Type="http://schemas.openxmlformats.org/officeDocument/2006/relationships/tableStyles"/><Relationship Id="rId24" Target="changesInfos/changesInfo1.xml" Type="http://schemas.microsoft.com/office/2016/11/relationships/changesInfo"/><Relationship Id="rId3" Target="../customXml/item3.xml" Type="http://schemas.openxmlformats.org/officeDocument/2006/relationships/customXml"/><Relationship Id="rId4" Target="slideMasters/slideMaster1.xml" Type="http://schemas.openxmlformats.org/officeDocument/2006/relationships/slideMaster"/><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Sommer" userId="f395cb0f48012637" providerId="LiveId" clId="{A303BCAF-5EEC-49B1-889A-81DCEF51F401}"/>
    <pc:docChg chg="modSld">
      <pc:chgData name="James Sommer" userId="f395cb0f48012637" providerId="LiveId" clId="{A303BCAF-5EEC-49B1-889A-81DCEF51F401}" dt="2023-11-30T20:40:56.690" v="2" actId="14100"/>
      <pc:docMkLst>
        <pc:docMk/>
      </pc:docMkLst>
      <pc:sldChg chg="modSp mod">
        <pc:chgData name="James Sommer" userId="f395cb0f48012637" providerId="LiveId" clId="{A303BCAF-5EEC-49B1-889A-81DCEF51F401}" dt="2023-11-30T20:40:56.690" v="2" actId="14100"/>
        <pc:sldMkLst>
          <pc:docMk/>
          <pc:sldMk cId="760487606" sldId="256"/>
        </pc:sldMkLst>
        <pc:spChg chg="mod">
          <ac:chgData name="James Sommer" userId="f395cb0f48012637" providerId="LiveId" clId="{A303BCAF-5EEC-49B1-889A-81DCEF51F401}" dt="2023-11-30T20:40:56.690" v="2" actId="14100"/>
          <ac:spMkLst>
            <pc:docMk/>
            <pc:sldMk cId="760487606" sldId="256"/>
            <ac:spMk id="2" creationId="{00000000-0000-0000-0000-000000000000}"/>
          </ac:spMkLst>
        </pc:spChg>
      </pc:sldChg>
    </pc:docChg>
  </pc:docChgLst>
  <pc:docChgLst>
    <pc:chgData name="Tyrone Clinton" userId="2714a063-c28e-4352-8623-706539b18aa4" providerId="ADAL" clId="{0E069DDA-AA02-4EC8-8173-8A59154A5297}"/>
    <pc:docChg chg="modSld">
      <pc:chgData name="Tyrone Clinton" userId="2714a063-c28e-4352-8623-706539b18aa4" providerId="ADAL" clId="{0E069DDA-AA02-4EC8-8173-8A59154A5297}" dt="2021-08-29T23:56:55.716" v="2"/>
      <pc:docMkLst>
        <pc:docMk/>
      </pc:docMkLst>
      <pc:sldChg chg="modSp">
        <pc:chgData name="Tyrone Clinton" userId="2714a063-c28e-4352-8623-706539b18aa4" providerId="ADAL" clId="{0E069DDA-AA02-4EC8-8173-8A59154A5297}" dt="2021-08-29T23:56:55.716" v="2"/>
        <pc:sldMkLst>
          <pc:docMk/>
          <pc:sldMk cId="3150149121" sldId="339"/>
        </pc:sldMkLst>
        <pc:spChg chg="mod">
          <ac:chgData name="Tyrone Clinton" userId="2714a063-c28e-4352-8623-706539b18aa4" providerId="ADAL" clId="{0E069DDA-AA02-4EC8-8173-8A59154A5297}" dt="2021-08-29T23:56:55.716" v="2"/>
          <ac:spMkLst>
            <pc:docMk/>
            <pc:sldMk cId="3150149121" sldId="339"/>
            <ac:spMk id="3" creationId="{00000000-0000-0000-0000-000000000000}"/>
          </ac:spMkLst>
        </pc:spChg>
      </pc:sldChg>
      <pc:sldChg chg="modSp">
        <pc:chgData name="Tyrone Clinton" userId="2714a063-c28e-4352-8623-706539b18aa4" providerId="ADAL" clId="{0E069DDA-AA02-4EC8-8173-8A59154A5297}" dt="2021-08-29T23:56:38.775" v="1" actId="20578"/>
        <pc:sldMkLst>
          <pc:docMk/>
          <pc:sldMk cId="3560281726" sldId="340"/>
        </pc:sldMkLst>
        <pc:spChg chg="mod">
          <ac:chgData name="Tyrone Clinton" userId="2714a063-c28e-4352-8623-706539b18aa4" providerId="ADAL" clId="{0E069DDA-AA02-4EC8-8173-8A59154A5297}" dt="2021-08-29T23:56:38.775" v="1" actId="20578"/>
          <ac:spMkLst>
            <pc:docMk/>
            <pc:sldMk cId="3560281726" sldId="340"/>
            <ac:spMk id="3" creationId="{00000000-0000-0000-0000-000000000000}"/>
          </ac:spMkLst>
        </pc:spChg>
      </pc:sldChg>
    </pc:docChg>
  </pc:docChgLst>
  <pc:docChgLst>
    <pc:chgData name="James Sommer" userId="f395cb0f48012637" providerId="LiveId" clId="{A16E22F7-6660-48DB-ADDB-FA72664CAD99}"/>
    <pc:docChg chg="undo custSel addSld delSld modSld sldOrd">
      <pc:chgData name="James Sommer" userId="f395cb0f48012637" providerId="LiveId" clId="{A16E22F7-6660-48DB-ADDB-FA72664CAD99}" dt="2023-12-06T19:54:27.533" v="1211"/>
      <pc:docMkLst>
        <pc:docMk/>
      </pc:docMkLst>
      <pc:sldChg chg="addSp modSp mod modAnim">
        <pc:chgData name="James Sommer" userId="f395cb0f48012637" providerId="LiveId" clId="{A16E22F7-6660-48DB-ADDB-FA72664CAD99}" dt="2023-12-03T21:01:33.817" v="220"/>
        <pc:sldMkLst>
          <pc:docMk/>
          <pc:sldMk cId="3222839442" sldId="311"/>
        </pc:sldMkLst>
        <pc:spChg chg="mod">
          <ac:chgData name="James Sommer" userId="f395cb0f48012637" providerId="LiveId" clId="{A16E22F7-6660-48DB-ADDB-FA72664CAD99}" dt="2023-12-03T21:01:33.817" v="220"/>
          <ac:spMkLst>
            <pc:docMk/>
            <pc:sldMk cId="3222839442" sldId="311"/>
            <ac:spMk id="3" creationId="{00000000-0000-0000-0000-000000000000}"/>
          </ac:spMkLst>
        </pc:spChg>
        <pc:picChg chg="add mod">
          <ac:chgData name="James Sommer" userId="f395cb0f48012637" providerId="LiveId" clId="{A16E22F7-6660-48DB-ADDB-FA72664CAD99}" dt="2023-12-03T20:56:29.416" v="151" actId="14100"/>
          <ac:picMkLst>
            <pc:docMk/>
            <pc:sldMk cId="3222839442" sldId="311"/>
            <ac:picMk id="2050" creationId="{FCDCFC37-C6E1-4E40-6ECE-EA9B8A59088A}"/>
          </ac:picMkLst>
        </pc:picChg>
      </pc:sldChg>
      <pc:sldChg chg="addSp delSp modSp mod">
        <pc:chgData name="James Sommer" userId="f395cb0f48012637" providerId="LiveId" clId="{A16E22F7-6660-48DB-ADDB-FA72664CAD99}" dt="2023-12-03T20:52:34.766" v="121" actId="20577"/>
        <pc:sldMkLst>
          <pc:docMk/>
          <pc:sldMk cId="2656068651" sldId="318"/>
        </pc:sldMkLst>
        <pc:spChg chg="mod">
          <ac:chgData name="James Sommer" userId="f395cb0f48012637" providerId="LiveId" clId="{A16E22F7-6660-48DB-ADDB-FA72664CAD99}" dt="2023-12-03T20:52:34.766" v="121" actId="20577"/>
          <ac:spMkLst>
            <pc:docMk/>
            <pc:sldMk cId="2656068651" sldId="318"/>
            <ac:spMk id="5" creationId="{225A6432-DE37-33B9-AC0A-04803384214C}"/>
          </ac:spMkLst>
        </pc:spChg>
        <pc:picChg chg="add del">
          <ac:chgData name="James Sommer" userId="f395cb0f48012637" providerId="LiveId" clId="{A16E22F7-6660-48DB-ADDB-FA72664CAD99}" dt="2023-12-03T20:44:35.151" v="7"/>
          <ac:picMkLst>
            <pc:docMk/>
            <pc:sldMk cId="2656068651" sldId="318"/>
            <ac:picMk id="3" creationId="{4F89A88A-953A-4CD8-6B00-144EE79B3235}"/>
          </ac:picMkLst>
        </pc:picChg>
        <pc:picChg chg="add mod">
          <ac:chgData name="James Sommer" userId="f395cb0f48012637" providerId="LiveId" clId="{A16E22F7-6660-48DB-ADDB-FA72664CAD99}" dt="2023-12-03T20:44:49.506" v="12" actId="14100"/>
          <ac:picMkLst>
            <pc:docMk/>
            <pc:sldMk cId="2656068651" sldId="318"/>
            <ac:picMk id="1026" creationId="{6570E462-71EE-B13F-A047-D33E6A185EAD}"/>
          </ac:picMkLst>
        </pc:picChg>
      </pc:sldChg>
      <pc:sldChg chg="addSp delSp modSp mod ord">
        <pc:chgData name="James Sommer" userId="f395cb0f48012637" providerId="LiveId" clId="{A16E22F7-6660-48DB-ADDB-FA72664CAD99}" dt="2023-12-04T13:20:42.294" v="571" actId="14100"/>
        <pc:sldMkLst>
          <pc:docMk/>
          <pc:sldMk cId="2493411304" sldId="326"/>
        </pc:sldMkLst>
        <pc:spChg chg="add del mod">
          <ac:chgData name="James Sommer" userId="f395cb0f48012637" providerId="LiveId" clId="{A16E22F7-6660-48DB-ADDB-FA72664CAD99}" dt="2023-12-04T13:20:30.542" v="568" actId="478"/>
          <ac:spMkLst>
            <pc:docMk/>
            <pc:sldMk cId="2493411304" sldId="326"/>
            <ac:spMk id="5" creationId="{1AFFC594-5DC7-D411-B2AD-B37F353A52F5}"/>
          </ac:spMkLst>
        </pc:spChg>
        <pc:graphicFrameChg chg="modGraphic">
          <ac:chgData name="James Sommer" userId="f395cb0f48012637" providerId="LiveId" clId="{A16E22F7-6660-48DB-ADDB-FA72664CAD99}" dt="2023-12-04T13:20:38.329" v="570" actId="14734"/>
          <ac:graphicFrameMkLst>
            <pc:docMk/>
            <pc:sldMk cId="2493411304" sldId="326"/>
            <ac:graphicFrameMk id="4" creationId="{CE3B28D4-D845-C5C4-5AE3-1BCC358A24E2}"/>
          </ac:graphicFrameMkLst>
        </pc:graphicFrameChg>
        <pc:picChg chg="add mod">
          <ac:chgData name="James Sommer" userId="f395cb0f48012637" providerId="LiveId" clId="{A16E22F7-6660-48DB-ADDB-FA72664CAD99}" dt="2023-12-04T13:20:42.294" v="571" actId="14100"/>
          <ac:picMkLst>
            <pc:docMk/>
            <pc:sldMk cId="2493411304" sldId="326"/>
            <ac:picMk id="3" creationId="{E9138C25-D8EC-251E-B7B4-006D43A78698}"/>
          </ac:picMkLst>
        </pc:picChg>
        <pc:picChg chg="del">
          <ac:chgData name="James Sommer" userId="f395cb0f48012637" providerId="LiveId" clId="{A16E22F7-6660-48DB-ADDB-FA72664CAD99}" dt="2023-12-04T13:14:28.924" v="475" actId="478"/>
          <ac:picMkLst>
            <pc:docMk/>
            <pc:sldMk cId="2493411304" sldId="326"/>
            <ac:picMk id="3073" creationId="{DBA35DB0-9799-1189-2F8D-5D96931466CD}"/>
          </ac:picMkLst>
        </pc:picChg>
        <pc:picChg chg="del">
          <ac:chgData name="James Sommer" userId="f395cb0f48012637" providerId="LiveId" clId="{A16E22F7-6660-48DB-ADDB-FA72664CAD99}" dt="2023-12-04T13:14:26.688" v="474" actId="478"/>
          <ac:picMkLst>
            <pc:docMk/>
            <pc:sldMk cId="2493411304" sldId="326"/>
            <ac:picMk id="3074" creationId="{1C824088-95C4-800E-8B6D-3DF51CDD2E6A}"/>
          </ac:picMkLst>
        </pc:picChg>
      </pc:sldChg>
      <pc:sldChg chg="del">
        <pc:chgData name="James Sommer" userId="f395cb0f48012637" providerId="LiveId" clId="{A16E22F7-6660-48DB-ADDB-FA72664CAD99}" dt="2023-12-04T13:29:09.399" v="726" actId="2696"/>
        <pc:sldMkLst>
          <pc:docMk/>
          <pc:sldMk cId="2044144348" sldId="327"/>
        </pc:sldMkLst>
      </pc:sldChg>
      <pc:sldChg chg="del">
        <pc:chgData name="James Sommer" userId="f395cb0f48012637" providerId="LiveId" clId="{A16E22F7-6660-48DB-ADDB-FA72664CAD99}" dt="2023-12-04T13:29:19.693" v="727" actId="2696"/>
        <pc:sldMkLst>
          <pc:docMk/>
          <pc:sldMk cId="1090324516" sldId="328"/>
        </pc:sldMkLst>
      </pc:sldChg>
      <pc:sldChg chg="addSp delSp modSp del mod">
        <pc:chgData name="James Sommer" userId="f395cb0f48012637" providerId="LiveId" clId="{A16E22F7-6660-48DB-ADDB-FA72664CAD99}" dt="2023-12-04T13:31:21.350" v="731" actId="2696"/>
        <pc:sldMkLst>
          <pc:docMk/>
          <pc:sldMk cId="1534439669" sldId="329"/>
        </pc:sldMkLst>
        <pc:spChg chg="del">
          <ac:chgData name="James Sommer" userId="f395cb0f48012637" providerId="LiveId" clId="{A16E22F7-6660-48DB-ADDB-FA72664CAD99}" dt="2023-12-04T13:30:57.898" v="729" actId="478"/>
          <ac:spMkLst>
            <pc:docMk/>
            <pc:sldMk cId="1534439669" sldId="329"/>
            <ac:spMk id="3" creationId="{A91EE7A2-4FC0-7179-E35A-7857BBB094F6}"/>
          </ac:spMkLst>
        </pc:spChg>
        <pc:spChg chg="add mod">
          <ac:chgData name="James Sommer" userId="f395cb0f48012637" providerId="LiveId" clId="{A16E22F7-6660-48DB-ADDB-FA72664CAD99}" dt="2023-12-04T13:30:57.898" v="729" actId="478"/>
          <ac:spMkLst>
            <pc:docMk/>
            <pc:sldMk cId="1534439669" sldId="329"/>
            <ac:spMk id="9" creationId="{B06B1181-C95D-17DD-C236-E49D6EC5D516}"/>
          </ac:spMkLst>
        </pc:spChg>
        <pc:picChg chg="del">
          <ac:chgData name="James Sommer" userId="f395cb0f48012637" providerId="LiveId" clId="{A16E22F7-6660-48DB-ADDB-FA72664CAD99}" dt="2023-12-04T13:31:00.677" v="730" actId="478"/>
          <ac:picMkLst>
            <pc:docMk/>
            <pc:sldMk cId="1534439669" sldId="329"/>
            <ac:picMk id="4" creationId="{84BC2DF9-EE75-0363-3658-D2FDED046183}"/>
          </ac:picMkLst>
        </pc:picChg>
      </pc:sldChg>
      <pc:sldChg chg="del">
        <pc:chgData name="James Sommer" userId="f395cb0f48012637" providerId="LiveId" clId="{A16E22F7-6660-48DB-ADDB-FA72664CAD99}" dt="2023-12-04T13:35:48.242" v="814" actId="2696"/>
        <pc:sldMkLst>
          <pc:docMk/>
          <pc:sldMk cId="1547176905" sldId="330"/>
        </pc:sldMkLst>
      </pc:sldChg>
      <pc:sldChg chg="del">
        <pc:chgData name="James Sommer" userId="f395cb0f48012637" providerId="LiveId" clId="{A16E22F7-6660-48DB-ADDB-FA72664CAD99}" dt="2023-12-04T13:35:53.527" v="815" actId="2696"/>
        <pc:sldMkLst>
          <pc:docMk/>
          <pc:sldMk cId="781213372" sldId="331"/>
        </pc:sldMkLst>
      </pc:sldChg>
      <pc:sldChg chg="addSp delSp modSp del mod">
        <pc:chgData name="James Sommer" userId="f395cb0f48012637" providerId="LiveId" clId="{A16E22F7-6660-48DB-ADDB-FA72664CAD99}" dt="2023-12-04T13:38:49.357" v="867" actId="2696"/>
        <pc:sldMkLst>
          <pc:docMk/>
          <pc:sldMk cId="3681276145" sldId="332"/>
        </pc:sldMkLst>
        <pc:spChg chg="mod">
          <ac:chgData name="James Sommer" userId="f395cb0f48012637" providerId="LiveId" clId="{A16E22F7-6660-48DB-ADDB-FA72664CAD99}" dt="2023-12-04T13:36:28.847" v="826" actId="20577"/>
          <ac:spMkLst>
            <pc:docMk/>
            <pc:sldMk cId="3681276145" sldId="332"/>
            <ac:spMk id="2" creationId="{4C5CA736-A570-C35B-DB75-7E8A04A779A0}"/>
          </ac:spMkLst>
        </pc:spChg>
        <pc:graphicFrameChg chg="del">
          <ac:chgData name="James Sommer" userId="f395cb0f48012637" providerId="LiveId" clId="{A16E22F7-6660-48DB-ADDB-FA72664CAD99}" dt="2023-12-04T13:36:31.614" v="827" actId="478"/>
          <ac:graphicFrameMkLst>
            <pc:docMk/>
            <pc:sldMk cId="3681276145" sldId="332"/>
            <ac:graphicFrameMk id="7" creationId="{E173822E-CCA0-357D-2893-D1967CE476F3}"/>
          </ac:graphicFrameMkLst>
        </pc:graphicFrameChg>
        <pc:graphicFrameChg chg="add del">
          <ac:chgData name="James Sommer" userId="f395cb0f48012637" providerId="LiveId" clId="{A16E22F7-6660-48DB-ADDB-FA72664CAD99}" dt="2023-12-04T13:37:03.609" v="829" actId="478"/>
          <ac:graphicFrameMkLst>
            <pc:docMk/>
            <pc:sldMk cId="3681276145" sldId="332"/>
            <ac:graphicFrameMk id="8" creationId="{44B1F44C-81FB-336E-4B7C-F778029D6B37}"/>
          </ac:graphicFrameMkLst>
        </pc:graphicFrameChg>
      </pc:sldChg>
      <pc:sldChg chg="del">
        <pc:chgData name="James Sommer" userId="f395cb0f48012637" providerId="LiveId" clId="{A16E22F7-6660-48DB-ADDB-FA72664CAD99}" dt="2023-12-04T13:38:37.334" v="866" actId="2696"/>
        <pc:sldMkLst>
          <pc:docMk/>
          <pc:sldMk cId="2109363462" sldId="333"/>
        </pc:sldMkLst>
      </pc:sldChg>
      <pc:sldChg chg="delSp modSp mod ord">
        <pc:chgData name="James Sommer" userId="f395cb0f48012637" providerId="LiveId" clId="{A16E22F7-6660-48DB-ADDB-FA72664CAD99}" dt="2023-12-04T13:44:46.275" v="925" actId="6549"/>
        <pc:sldMkLst>
          <pc:docMk/>
          <pc:sldMk cId="2930213277" sldId="334"/>
        </pc:sldMkLst>
        <pc:spChg chg="mod">
          <ac:chgData name="James Sommer" userId="f395cb0f48012637" providerId="LiveId" clId="{A16E22F7-6660-48DB-ADDB-FA72664CAD99}" dt="2023-12-04T13:40:56.465" v="890" actId="1076"/>
          <ac:spMkLst>
            <pc:docMk/>
            <pc:sldMk cId="2930213277" sldId="334"/>
            <ac:spMk id="2" creationId="{EB441A5B-EBF4-6D75-47E2-F2BB6EC81331}"/>
          </ac:spMkLst>
        </pc:spChg>
        <pc:spChg chg="mod">
          <ac:chgData name="James Sommer" userId="f395cb0f48012637" providerId="LiveId" clId="{A16E22F7-6660-48DB-ADDB-FA72664CAD99}" dt="2023-12-04T13:44:46.275" v="925" actId="6549"/>
          <ac:spMkLst>
            <pc:docMk/>
            <pc:sldMk cId="2930213277" sldId="334"/>
            <ac:spMk id="3" creationId="{531C8157-8764-3EB4-3DE6-5AE727908D58}"/>
          </ac:spMkLst>
        </pc:spChg>
        <pc:picChg chg="del">
          <ac:chgData name="James Sommer" userId="f395cb0f48012637" providerId="LiveId" clId="{A16E22F7-6660-48DB-ADDB-FA72664CAD99}" dt="2023-12-04T13:39:35.886" v="871" actId="478"/>
          <ac:picMkLst>
            <pc:docMk/>
            <pc:sldMk cId="2930213277" sldId="334"/>
            <ac:picMk id="5" creationId="{748F2A99-68F3-A0A6-C399-E1AD0E962A70}"/>
          </ac:picMkLst>
        </pc:picChg>
      </pc:sldChg>
      <pc:sldChg chg="addSp delSp modSp mod">
        <pc:chgData name="James Sommer" userId="f395cb0f48012637" providerId="LiveId" clId="{A16E22F7-6660-48DB-ADDB-FA72664CAD99}" dt="2023-12-06T19:54:27.533" v="1211"/>
        <pc:sldMkLst>
          <pc:docMk/>
          <pc:sldMk cId="1561980755" sldId="335"/>
        </pc:sldMkLst>
        <pc:spChg chg="mod">
          <ac:chgData name="James Sommer" userId="f395cb0f48012637" providerId="LiveId" clId="{A16E22F7-6660-48DB-ADDB-FA72664CAD99}" dt="2023-12-04T13:48:06.004" v="958" actId="1076"/>
          <ac:spMkLst>
            <pc:docMk/>
            <pc:sldMk cId="1561980755" sldId="335"/>
            <ac:spMk id="2" creationId="{E7ED7C39-3A98-DF90-660B-94A900008D43}"/>
          </ac:spMkLst>
        </pc:spChg>
        <pc:spChg chg="mod">
          <ac:chgData name="James Sommer" userId="f395cb0f48012637" providerId="LiveId" clId="{A16E22F7-6660-48DB-ADDB-FA72664CAD99}" dt="2023-12-04T13:48:10.433" v="959" actId="1076"/>
          <ac:spMkLst>
            <pc:docMk/>
            <pc:sldMk cId="1561980755" sldId="335"/>
            <ac:spMk id="3" creationId="{000E1898-26C7-3241-3ACF-CE91AD3B5DEB}"/>
          </ac:spMkLst>
        </pc:spChg>
        <pc:graphicFrameChg chg="add mod modGraphic">
          <ac:chgData name="James Sommer" userId="f395cb0f48012637" providerId="LiveId" clId="{A16E22F7-6660-48DB-ADDB-FA72664CAD99}" dt="2023-12-06T19:54:27.533" v="1211"/>
          <ac:graphicFrameMkLst>
            <pc:docMk/>
            <pc:sldMk cId="1561980755" sldId="335"/>
            <ac:graphicFrameMk id="4" creationId="{0889C7B9-960B-D9F5-97B6-33AE24A8992C}"/>
          </ac:graphicFrameMkLst>
        </pc:graphicFrameChg>
        <pc:graphicFrameChg chg="add del mod modGraphic">
          <ac:chgData name="James Sommer" userId="f395cb0f48012637" providerId="LiveId" clId="{A16E22F7-6660-48DB-ADDB-FA72664CAD99}" dt="2023-12-04T13:49:54.867" v="968" actId="478"/>
          <ac:graphicFrameMkLst>
            <pc:docMk/>
            <pc:sldMk cId="1561980755" sldId="335"/>
            <ac:graphicFrameMk id="5" creationId="{E96C34D7-0BAE-FA3A-7D91-C3BDCBEDE66E}"/>
          </ac:graphicFrameMkLst>
        </pc:graphicFrameChg>
      </pc:sldChg>
      <pc:sldChg chg="modSp new mod">
        <pc:chgData name="James Sommer" userId="f395cb0f48012637" providerId="LiveId" clId="{A16E22F7-6660-48DB-ADDB-FA72664CAD99}" dt="2023-12-03T21:12:34.838" v="354"/>
        <pc:sldMkLst>
          <pc:docMk/>
          <pc:sldMk cId="3714522593" sldId="336"/>
        </pc:sldMkLst>
        <pc:spChg chg="mod">
          <ac:chgData name="James Sommer" userId="f395cb0f48012637" providerId="LiveId" clId="{A16E22F7-6660-48DB-ADDB-FA72664CAD99}" dt="2023-12-03T21:06:58.827" v="293" actId="27636"/>
          <ac:spMkLst>
            <pc:docMk/>
            <pc:sldMk cId="3714522593" sldId="336"/>
            <ac:spMk id="2" creationId="{C53906C8-B17F-0040-18A7-1271140C3B86}"/>
          </ac:spMkLst>
        </pc:spChg>
        <pc:spChg chg="mod">
          <ac:chgData name="James Sommer" userId="f395cb0f48012637" providerId="LiveId" clId="{A16E22F7-6660-48DB-ADDB-FA72664CAD99}" dt="2023-12-03T21:12:34.838" v="354"/>
          <ac:spMkLst>
            <pc:docMk/>
            <pc:sldMk cId="3714522593" sldId="336"/>
            <ac:spMk id="3" creationId="{9489924F-9BBE-C3FF-3D43-9BBF5E0378EB}"/>
          </ac:spMkLst>
        </pc:spChg>
      </pc:sldChg>
      <pc:sldChg chg="addSp delSp modSp new mod">
        <pc:chgData name="James Sommer" userId="f395cb0f48012637" providerId="LiveId" clId="{A16E22F7-6660-48DB-ADDB-FA72664CAD99}" dt="2023-12-03T21:06:25.127" v="290" actId="1076"/>
        <pc:sldMkLst>
          <pc:docMk/>
          <pc:sldMk cId="3272539670" sldId="337"/>
        </pc:sldMkLst>
        <pc:spChg chg="mod">
          <ac:chgData name="James Sommer" userId="f395cb0f48012637" providerId="LiveId" clId="{A16E22F7-6660-48DB-ADDB-FA72664CAD99}" dt="2023-12-03T21:06:19.632" v="288" actId="1076"/>
          <ac:spMkLst>
            <pc:docMk/>
            <pc:sldMk cId="3272539670" sldId="337"/>
            <ac:spMk id="2" creationId="{9E307D2B-4306-EC87-FDD3-2AD1AC394669}"/>
          </ac:spMkLst>
        </pc:spChg>
        <pc:spChg chg="mod">
          <ac:chgData name="James Sommer" userId="f395cb0f48012637" providerId="LiveId" clId="{A16E22F7-6660-48DB-ADDB-FA72664CAD99}" dt="2023-12-03T21:06:22.178" v="289" actId="1076"/>
          <ac:spMkLst>
            <pc:docMk/>
            <pc:sldMk cId="3272539670" sldId="337"/>
            <ac:spMk id="3" creationId="{40B000DE-006F-50FC-CF9B-24D2C88D801A}"/>
          </ac:spMkLst>
        </pc:spChg>
        <pc:spChg chg="add del mod">
          <ac:chgData name="James Sommer" userId="f395cb0f48012637" providerId="LiveId" clId="{A16E22F7-6660-48DB-ADDB-FA72664CAD99}" dt="2023-12-03T20:58:13.364" v="162" actId="22"/>
          <ac:spMkLst>
            <pc:docMk/>
            <pc:sldMk cId="3272539670" sldId="337"/>
            <ac:spMk id="5" creationId="{F13E76B8-2D94-4F6A-F02A-5DEA062B5BCA}"/>
          </ac:spMkLst>
        </pc:spChg>
        <pc:spChg chg="add del mod">
          <ac:chgData name="James Sommer" userId="f395cb0f48012637" providerId="LiveId" clId="{A16E22F7-6660-48DB-ADDB-FA72664CAD99}" dt="2023-12-03T20:58:28.637" v="166" actId="22"/>
          <ac:spMkLst>
            <pc:docMk/>
            <pc:sldMk cId="3272539670" sldId="337"/>
            <ac:spMk id="7" creationId="{40D0A1DF-6ECE-D103-3F60-981432AFCA9A}"/>
          </ac:spMkLst>
        </pc:spChg>
        <pc:spChg chg="add del">
          <ac:chgData name="James Sommer" userId="f395cb0f48012637" providerId="LiveId" clId="{A16E22F7-6660-48DB-ADDB-FA72664CAD99}" dt="2023-12-03T21:02:22.212" v="225" actId="22"/>
          <ac:spMkLst>
            <pc:docMk/>
            <pc:sldMk cId="3272539670" sldId="337"/>
            <ac:spMk id="9" creationId="{C8E81AEC-8AD5-20E7-B416-D8F14B33515B}"/>
          </ac:spMkLst>
        </pc:spChg>
        <pc:spChg chg="add mod">
          <ac:chgData name="James Sommer" userId="f395cb0f48012637" providerId="LiveId" clId="{A16E22F7-6660-48DB-ADDB-FA72664CAD99}" dt="2023-12-03T21:06:25.127" v="290" actId="1076"/>
          <ac:spMkLst>
            <pc:docMk/>
            <pc:sldMk cId="3272539670" sldId="337"/>
            <ac:spMk id="11" creationId="{557B706C-1952-69AE-1199-70C9AD564DD1}"/>
          </ac:spMkLst>
        </pc:spChg>
        <pc:picChg chg="add mod">
          <ac:chgData name="James Sommer" userId="f395cb0f48012637" providerId="LiveId" clId="{A16E22F7-6660-48DB-ADDB-FA72664CAD99}" dt="2023-12-03T21:03:27.047" v="250" actId="14100"/>
          <ac:picMkLst>
            <pc:docMk/>
            <pc:sldMk cId="3272539670" sldId="337"/>
            <ac:picMk id="3074" creationId="{6087D865-EC4A-1C85-6A68-6C4B7098CD55}"/>
          </ac:picMkLst>
        </pc:picChg>
      </pc:sldChg>
      <pc:sldChg chg="addSp delSp modSp new mod">
        <pc:chgData name="James Sommer" userId="f395cb0f48012637" providerId="LiveId" clId="{A16E22F7-6660-48DB-ADDB-FA72664CAD99}" dt="2023-12-06T19:45:07.391" v="1180" actId="20577"/>
        <pc:sldMkLst>
          <pc:docMk/>
          <pc:sldMk cId="3103163716" sldId="338"/>
        </pc:sldMkLst>
        <pc:spChg chg="mod">
          <ac:chgData name="James Sommer" userId="f395cb0f48012637" providerId="LiveId" clId="{A16E22F7-6660-48DB-ADDB-FA72664CAD99}" dt="2023-12-06T19:45:07.391" v="1180" actId="20577"/>
          <ac:spMkLst>
            <pc:docMk/>
            <pc:sldMk cId="3103163716" sldId="338"/>
            <ac:spMk id="2" creationId="{DAE53434-05D7-8129-C445-BB6AE88DBD8D}"/>
          </ac:spMkLst>
        </pc:spChg>
        <pc:spChg chg="mod">
          <ac:chgData name="James Sommer" userId="f395cb0f48012637" providerId="LiveId" clId="{A16E22F7-6660-48DB-ADDB-FA72664CAD99}" dt="2023-12-04T21:52:48.501" v="1153" actId="20577"/>
          <ac:spMkLst>
            <pc:docMk/>
            <pc:sldMk cId="3103163716" sldId="338"/>
            <ac:spMk id="3" creationId="{826FF5E2-DA77-4D2D-7555-08975E76135F}"/>
          </ac:spMkLst>
        </pc:spChg>
        <pc:graphicFrameChg chg="add del mod">
          <ac:chgData name="James Sommer" userId="f395cb0f48012637" providerId="LiveId" clId="{A16E22F7-6660-48DB-ADDB-FA72664CAD99}" dt="2023-12-04T13:10:01.158" v="365"/>
          <ac:graphicFrameMkLst>
            <pc:docMk/>
            <pc:sldMk cId="3103163716" sldId="338"/>
            <ac:graphicFrameMk id="4" creationId="{0869AA25-6927-3C7E-5706-A144124905D7}"/>
          </ac:graphicFrameMkLst>
        </pc:graphicFrameChg>
        <pc:graphicFrameChg chg="add del mod">
          <ac:chgData name="James Sommer" userId="f395cb0f48012637" providerId="LiveId" clId="{A16E22F7-6660-48DB-ADDB-FA72664CAD99}" dt="2023-12-06T19:39:13.555" v="1170"/>
          <ac:graphicFrameMkLst>
            <pc:docMk/>
            <pc:sldMk cId="3103163716" sldId="338"/>
            <ac:graphicFrameMk id="4" creationId="{BEB897C5-8499-1BC9-931C-5012D6AD80B6}"/>
          </ac:graphicFrameMkLst>
        </pc:graphicFrameChg>
        <pc:graphicFrameChg chg="add del mod">
          <ac:chgData name="James Sommer" userId="f395cb0f48012637" providerId="LiveId" clId="{A16E22F7-6660-48DB-ADDB-FA72664CAD99}" dt="2023-12-04T13:10:01.158" v="365"/>
          <ac:graphicFrameMkLst>
            <pc:docMk/>
            <pc:sldMk cId="3103163716" sldId="338"/>
            <ac:graphicFrameMk id="5" creationId="{377C62EA-CADF-CF2B-DAB3-915CEC24EF01}"/>
          </ac:graphicFrameMkLst>
        </pc:graphicFrameChg>
        <pc:graphicFrameChg chg="add del mod">
          <ac:chgData name="James Sommer" userId="f395cb0f48012637" providerId="LiveId" clId="{A16E22F7-6660-48DB-ADDB-FA72664CAD99}" dt="2023-12-06T19:39:13.555" v="1170"/>
          <ac:graphicFrameMkLst>
            <pc:docMk/>
            <pc:sldMk cId="3103163716" sldId="338"/>
            <ac:graphicFrameMk id="5" creationId="{4DDFCDD7-0F20-7544-6A2B-45E1756E9C31}"/>
          </ac:graphicFrameMkLst>
        </pc:graphicFrameChg>
        <pc:graphicFrameChg chg="add del mod">
          <ac:chgData name="James Sommer" userId="f395cb0f48012637" providerId="LiveId" clId="{A16E22F7-6660-48DB-ADDB-FA72664CAD99}" dt="2023-12-04T13:10:29.190" v="403" actId="478"/>
          <ac:graphicFrameMkLst>
            <pc:docMk/>
            <pc:sldMk cId="3103163716" sldId="338"/>
            <ac:graphicFrameMk id="6" creationId="{2CC13EB4-9706-BF54-9B15-86C727FA71BD}"/>
          </ac:graphicFrameMkLst>
        </pc:graphicFrameChg>
        <pc:graphicFrameChg chg="add del mod">
          <ac:chgData name="James Sommer" userId="f395cb0f48012637" providerId="LiveId" clId="{A16E22F7-6660-48DB-ADDB-FA72664CAD99}" dt="2023-12-06T19:39:29.072" v="1176"/>
          <ac:graphicFrameMkLst>
            <pc:docMk/>
            <pc:sldMk cId="3103163716" sldId="338"/>
            <ac:graphicFrameMk id="6" creationId="{36670F5B-D46D-7E85-18E8-DD692F03F0C4}"/>
          </ac:graphicFrameMkLst>
        </pc:graphicFrameChg>
        <pc:graphicFrameChg chg="add del mod">
          <ac:chgData name="James Sommer" userId="f395cb0f48012637" providerId="LiveId" clId="{A16E22F7-6660-48DB-ADDB-FA72664CAD99}" dt="2023-12-04T13:10:29.190" v="403" actId="478"/>
          <ac:graphicFrameMkLst>
            <pc:docMk/>
            <pc:sldMk cId="3103163716" sldId="338"/>
            <ac:graphicFrameMk id="7" creationId="{555A818C-A73C-080B-477D-4965A4E4CD9A}"/>
          </ac:graphicFrameMkLst>
        </pc:graphicFrameChg>
        <pc:graphicFrameChg chg="add del mod">
          <ac:chgData name="James Sommer" userId="f395cb0f48012637" providerId="LiveId" clId="{A16E22F7-6660-48DB-ADDB-FA72664CAD99}" dt="2023-12-06T19:39:29.072" v="1176"/>
          <ac:graphicFrameMkLst>
            <pc:docMk/>
            <pc:sldMk cId="3103163716" sldId="338"/>
            <ac:graphicFrameMk id="7" creationId="{E96F8442-689B-FE8D-C410-F450C9206BF7}"/>
          </ac:graphicFrameMkLst>
        </pc:graphicFrameChg>
        <pc:graphicFrameChg chg="add del mod">
          <ac:chgData name="James Sommer" userId="f395cb0f48012637" providerId="LiveId" clId="{A16E22F7-6660-48DB-ADDB-FA72664CAD99}" dt="2023-12-06T19:39:29.686" v="1177" actId="478"/>
          <ac:graphicFrameMkLst>
            <pc:docMk/>
            <pc:sldMk cId="3103163716" sldId="338"/>
            <ac:graphicFrameMk id="8" creationId="{A3AAF979-D42E-A50D-DDA8-C946E41A6D37}"/>
          </ac:graphicFrameMkLst>
        </pc:graphicFrameChg>
      </pc:sldChg>
      <pc:sldChg chg="addSp delSp modSp new mod">
        <pc:chgData name="James Sommer" userId="f395cb0f48012637" providerId="LiveId" clId="{A16E22F7-6660-48DB-ADDB-FA72664CAD99}" dt="2023-12-06T19:45:12.831" v="1183" actId="20577"/>
        <pc:sldMkLst>
          <pc:docMk/>
          <pc:sldMk cId="3349558991" sldId="339"/>
        </pc:sldMkLst>
        <pc:spChg chg="mod">
          <ac:chgData name="James Sommer" userId="f395cb0f48012637" providerId="LiveId" clId="{A16E22F7-6660-48DB-ADDB-FA72664CAD99}" dt="2023-12-06T19:45:12.831" v="1183" actId="20577"/>
          <ac:spMkLst>
            <pc:docMk/>
            <pc:sldMk cId="3349558991" sldId="339"/>
            <ac:spMk id="2" creationId="{23AC2D94-36AF-97ED-4DF3-EAA8F5B914C8}"/>
          </ac:spMkLst>
        </pc:spChg>
        <pc:spChg chg="mod">
          <ac:chgData name="James Sommer" userId="f395cb0f48012637" providerId="LiveId" clId="{A16E22F7-6660-48DB-ADDB-FA72664CAD99}" dt="2023-12-04T21:53:23.563" v="1167" actId="20577"/>
          <ac:spMkLst>
            <pc:docMk/>
            <pc:sldMk cId="3349558991" sldId="339"/>
            <ac:spMk id="3" creationId="{DE54E04F-C05F-3116-CA32-B0FDB9FA637C}"/>
          </ac:spMkLst>
        </pc:spChg>
        <pc:graphicFrameChg chg="add del mod">
          <ac:chgData name="James Sommer" userId="f395cb0f48012637" providerId="LiveId" clId="{A16E22F7-6660-48DB-ADDB-FA72664CAD99}" dt="2023-12-04T13:24:19.301" v="644"/>
          <ac:graphicFrameMkLst>
            <pc:docMk/>
            <pc:sldMk cId="3349558991" sldId="339"/>
            <ac:graphicFrameMk id="4" creationId="{4F0E3BED-2FA0-2B93-3D8B-C1CAEEFC8471}"/>
          </ac:graphicFrameMkLst>
        </pc:graphicFrameChg>
        <pc:graphicFrameChg chg="add del mod">
          <ac:chgData name="James Sommer" userId="f395cb0f48012637" providerId="LiveId" clId="{A16E22F7-6660-48DB-ADDB-FA72664CAD99}" dt="2023-12-04T13:24:19.301" v="644"/>
          <ac:graphicFrameMkLst>
            <pc:docMk/>
            <pc:sldMk cId="3349558991" sldId="339"/>
            <ac:graphicFrameMk id="5" creationId="{EBEC7AF0-1B18-33AD-69D8-F83C4C70951B}"/>
          </ac:graphicFrameMkLst>
        </pc:graphicFrameChg>
        <pc:graphicFrameChg chg="add del mod">
          <ac:chgData name="James Sommer" userId="f395cb0f48012637" providerId="LiveId" clId="{A16E22F7-6660-48DB-ADDB-FA72664CAD99}" dt="2023-12-04T13:24:19.301" v="644"/>
          <ac:graphicFrameMkLst>
            <pc:docMk/>
            <pc:sldMk cId="3349558991" sldId="339"/>
            <ac:graphicFrameMk id="6" creationId="{032FDEB7-5379-8A27-DC2C-880151D2F8BC}"/>
          </ac:graphicFrameMkLst>
        </pc:graphicFrameChg>
        <pc:graphicFrameChg chg="add mod">
          <ac:chgData name="James Sommer" userId="f395cb0f48012637" providerId="LiveId" clId="{A16E22F7-6660-48DB-ADDB-FA72664CAD99}" dt="2023-12-04T13:24:33.742" v="648" actId="1076"/>
          <ac:graphicFrameMkLst>
            <pc:docMk/>
            <pc:sldMk cId="3349558991" sldId="339"/>
            <ac:graphicFrameMk id="7" creationId="{B5473312-BF98-B2B3-33D3-1F64D725675C}"/>
          </ac:graphicFrameMkLst>
        </pc:graphicFrameChg>
      </pc:sldChg>
      <pc:sldChg chg="addSp modSp new del mod">
        <pc:chgData name="James Sommer" userId="f395cb0f48012637" providerId="LiveId" clId="{A16E22F7-6660-48DB-ADDB-FA72664CAD99}" dt="2023-12-04T13:29:24.665" v="728" actId="2696"/>
        <pc:sldMkLst>
          <pc:docMk/>
          <pc:sldMk cId="6475186" sldId="340"/>
        </pc:sldMkLst>
        <pc:spChg chg="mod">
          <ac:chgData name="James Sommer" userId="f395cb0f48012637" providerId="LiveId" clId="{A16E22F7-6660-48DB-ADDB-FA72664CAD99}" dt="2023-12-04T13:27:31.436" v="684" actId="1076"/>
          <ac:spMkLst>
            <pc:docMk/>
            <pc:sldMk cId="6475186" sldId="340"/>
            <ac:spMk id="2" creationId="{D3724BDF-4013-1026-9423-ED1D459C9409}"/>
          </ac:spMkLst>
        </pc:spChg>
        <pc:spChg chg="mod">
          <ac:chgData name="James Sommer" userId="f395cb0f48012637" providerId="LiveId" clId="{A16E22F7-6660-48DB-ADDB-FA72664CAD99}" dt="2023-12-04T13:27:34.978" v="685" actId="1076"/>
          <ac:spMkLst>
            <pc:docMk/>
            <pc:sldMk cId="6475186" sldId="340"/>
            <ac:spMk id="3" creationId="{B5F501F0-0458-1EF4-C251-4AB989060F9C}"/>
          </ac:spMkLst>
        </pc:spChg>
        <pc:graphicFrameChg chg="add mod">
          <ac:chgData name="James Sommer" userId="f395cb0f48012637" providerId="LiveId" clId="{A16E22F7-6660-48DB-ADDB-FA72664CAD99}" dt="2023-12-04T13:27:58.630" v="725" actId="14100"/>
          <ac:graphicFrameMkLst>
            <pc:docMk/>
            <pc:sldMk cId="6475186" sldId="340"/>
            <ac:graphicFrameMk id="4" creationId="{FBAB32A8-F47C-0661-1295-1D86714C8A8F}"/>
          </ac:graphicFrameMkLst>
        </pc:graphicFrameChg>
      </pc:sldChg>
      <pc:sldChg chg="addSp delSp modSp new mod">
        <pc:chgData name="James Sommer" userId="f395cb0f48012637" providerId="LiveId" clId="{A16E22F7-6660-48DB-ADDB-FA72664CAD99}" dt="2023-12-06T19:45:23.575" v="1189" actId="20577"/>
        <pc:sldMkLst>
          <pc:docMk/>
          <pc:sldMk cId="770620986" sldId="340"/>
        </pc:sldMkLst>
        <pc:spChg chg="mod">
          <ac:chgData name="James Sommer" userId="f395cb0f48012637" providerId="LiveId" clId="{A16E22F7-6660-48DB-ADDB-FA72664CAD99}" dt="2023-12-06T19:45:23.575" v="1189" actId="20577"/>
          <ac:spMkLst>
            <pc:docMk/>
            <pc:sldMk cId="770620986" sldId="340"/>
            <ac:spMk id="2" creationId="{0289C681-A7B6-F97F-D9BD-9042554072EA}"/>
          </ac:spMkLst>
        </pc:spChg>
        <pc:spChg chg="mod">
          <ac:chgData name="James Sommer" userId="f395cb0f48012637" providerId="LiveId" clId="{A16E22F7-6660-48DB-ADDB-FA72664CAD99}" dt="2023-12-04T13:32:50.678" v="766" actId="1076"/>
          <ac:spMkLst>
            <pc:docMk/>
            <pc:sldMk cId="770620986" sldId="340"/>
            <ac:spMk id="3" creationId="{9A8A91F9-4F30-468E-96FD-EBC203EE9D86}"/>
          </ac:spMkLst>
        </pc:spChg>
        <pc:graphicFrameChg chg="add del mod modGraphic">
          <ac:chgData name="James Sommer" userId="f395cb0f48012637" providerId="LiveId" clId="{A16E22F7-6660-48DB-ADDB-FA72664CAD99}" dt="2023-12-04T13:35:00.039" v="813" actId="478"/>
          <ac:graphicFrameMkLst>
            <pc:docMk/>
            <pc:sldMk cId="770620986" sldId="340"/>
            <ac:graphicFrameMk id="4" creationId="{211B20FB-6644-CCCE-EB20-AFC1C3DDDE3F}"/>
          </ac:graphicFrameMkLst>
        </pc:graphicFrameChg>
        <pc:graphicFrameChg chg="add mod modGraphic">
          <ac:chgData name="James Sommer" userId="f395cb0f48012637" providerId="LiveId" clId="{A16E22F7-6660-48DB-ADDB-FA72664CAD99}" dt="2023-12-04T13:34:49.732" v="812"/>
          <ac:graphicFrameMkLst>
            <pc:docMk/>
            <pc:sldMk cId="770620986" sldId="340"/>
            <ac:graphicFrameMk id="5" creationId="{4538174C-2CC6-1D7A-46C7-8A1B5C9DD00D}"/>
          </ac:graphicFrameMkLst>
        </pc:graphicFrameChg>
      </pc:sldChg>
      <pc:sldChg chg="addSp modSp new mod">
        <pc:chgData name="James Sommer" userId="f395cb0f48012637" providerId="LiveId" clId="{A16E22F7-6660-48DB-ADDB-FA72664CAD99}" dt="2023-12-04T13:46:06.071" v="945" actId="20577"/>
        <pc:sldMkLst>
          <pc:docMk/>
          <pc:sldMk cId="1011301485" sldId="341"/>
        </pc:sldMkLst>
        <pc:spChg chg="mod">
          <ac:chgData name="James Sommer" userId="f395cb0f48012637" providerId="LiveId" clId="{A16E22F7-6660-48DB-ADDB-FA72664CAD99}" dt="2023-12-04T13:46:06.071" v="945" actId="20577"/>
          <ac:spMkLst>
            <pc:docMk/>
            <pc:sldMk cId="1011301485" sldId="341"/>
            <ac:spMk id="2" creationId="{2BF4C224-E9F8-4081-DBC4-5311E6C7D2A1}"/>
          </ac:spMkLst>
        </pc:spChg>
        <pc:spChg chg="mod">
          <ac:chgData name="James Sommer" userId="f395cb0f48012637" providerId="LiveId" clId="{A16E22F7-6660-48DB-ADDB-FA72664CAD99}" dt="2023-12-04T13:38:21.578" v="864" actId="1076"/>
          <ac:spMkLst>
            <pc:docMk/>
            <pc:sldMk cId="1011301485" sldId="341"/>
            <ac:spMk id="3" creationId="{971C8DE4-0C9D-C5F0-3BFF-6A25433AF4E7}"/>
          </ac:spMkLst>
        </pc:spChg>
        <pc:picChg chg="add mod">
          <ac:chgData name="James Sommer" userId="f395cb0f48012637" providerId="LiveId" clId="{A16E22F7-6660-48DB-ADDB-FA72664CAD99}" dt="2023-12-04T13:38:23.754" v="865" actId="1076"/>
          <ac:picMkLst>
            <pc:docMk/>
            <pc:sldMk cId="1011301485" sldId="341"/>
            <ac:picMk id="4" creationId="{F0F8F176-BBCE-9B97-FF6F-F4AEE71EE311}"/>
          </ac:picMkLst>
        </pc:picChg>
      </pc:sldChg>
      <pc:sldChg chg="addSp modSp new mod">
        <pc:chgData name="James Sommer" userId="f395cb0f48012637" providerId="LiveId" clId="{A16E22F7-6660-48DB-ADDB-FA72664CAD99}" dt="2023-12-04T13:46:43.491" v="951" actId="1076"/>
        <pc:sldMkLst>
          <pc:docMk/>
          <pc:sldMk cId="4277929735" sldId="342"/>
        </pc:sldMkLst>
        <pc:spChg chg="mod">
          <ac:chgData name="James Sommer" userId="f395cb0f48012637" providerId="LiveId" clId="{A16E22F7-6660-48DB-ADDB-FA72664CAD99}" dt="2023-12-04T13:46:19.346" v="946"/>
          <ac:spMkLst>
            <pc:docMk/>
            <pc:sldMk cId="4277929735" sldId="342"/>
            <ac:spMk id="2" creationId="{17E1EC9D-6E6D-EAB1-0D3A-D3B606A2EDC7}"/>
          </ac:spMkLst>
        </pc:spChg>
        <pc:spChg chg="mod">
          <ac:chgData name="James Sommer" userId="f395cb0f48012637" providerId="LiveId" clId="{A16E22F7-6660-48DB-ADDB-FA72664CAD99}" dt="2023-12-04T13:46:31.734" v="947" actId="14100"/>
          <ac:spMkLst>
            <pc:docMk/>
            <pc:sldMk cId="4277929735" sldId="342"/>
            <ac:spMk id="3" creationId="{DBCABE75-FC2A-8FDD-233E-9981ADE85F34}"/>
          </ac:spMkLst>
        </pc:spChg>
        <pc:picChg chg="add mod">
          <ac:chgData name="James Sommer" userId="f395cb0f48012637" providerId="LiveId" clId="{A16E22F7-6660-48DB-ADDB-FA72664CAD99}" dt="2023-12-04T13:46:43.491" v="951" actId="1076"/>
          <ac:picMkLst>
            <pc:docMk/>
            <pc:sldMk cId="4277929735" sldId="342"/>
            <ac:picMk id="4" creationId="{8719B931-FEE5-0EE4-6A17-599B51C069E3}"/>
          </ac:picMkLst>
        </pc:picChg>
      </pc:sldChg>
      <pc:sldChg chg="addSp delSp modSp new mod">
        <pc:chgData name="James Sommer" userId="f395cb0f48012637" providerId="LiveId" clId="{A16E22F7-6660-48DB-ADDB-FA72664CAD99}" dt="2023-12-06T19:53:06.393" v="1201" actId="14100"/>
        <pc:sldMkLst>
          <pc:docMk/>
          <pc:sldMk cId="3078090950" sldId="343"/>
        </pc:sldMkLst>
        <pc:spChg chg="mod">
          <ac:chgData name="James Sommer" userId="f395cb0f48012637" providerId="LiveId" clId="{A16E22F7-6660-48DB-ADDB-FA72664CAD99}" dt="2023-12-04T13:51:43.462" v="986"/>
          <ac:spMkLst>
            <pc:docMk/>
            <pc:sldMk cId="3078090950" sldId="343"/>
            <ac:spMk id="2" creationId="{7A2908BA-17DE-829C-75EA-A9407842578A}"/>
          </ac:spMkLst>
        </pc:spChg>
        <pc:spChg chg="del mod">
          <ac:chgData name="James Sommer" userId="f395cb0f48012637" providerId="LiveId" clId="{A16E22F7-6660-48DB-ADDB-FA72664CAD99}" dt="2023-12-04T13:50:25.937" v="975"/>
          <ac:spMkLst>
            <pc:docMk/>
            <pc:sldMk cId="3078090950" sldId="343"/>
            <ac:spMk id="3" creationId="{B72ED114-E2FF-0080-9FB2-E204CE22ACB1}"/>
          </ac:spMkLst>
        </pc:spChg>
        <pc:spChg chg="add del mod">
          <ac:chgData name="James Sommer" userId="f395cb0f48012637" providerId="LiveId" clId="{A16E22F7-6660-48DB-ADDB-FA72664CAD99}" dt="2023-12-04T13:52:21.671" v="990" actId="1076"/>
          <ac:spMkLst>
            <pc:docMk/>
            <pc:sldMk cId="3078090950" sldId="343"/>
            <ac:spMk id="6" creationId="{8A9A71F4-7317-9DCB-20C6-ED21E3C05278}"/>
          </ac:spMkLst>
        </pc:spChg>
        <pc:graphicFrameChg chg="add del mod modGraphic">
          <ac:chgData name="James Sommer" userId="f395cb0f48012637" providerId="LiveId" clId="{A16E22F7-6660-48DB-ADDB-FA72664CAD99}" dt="2023-12-04T13:50:44.615" v="979" actId="478"/>
          <ac:graphicFrameMkLst>
            <pc:docMk/>
            <pc:sldMk cId="3078090950" sldId="343"/>
            <ac:graphicFrameMk id="4" creationId="{68B14115-6CB5-221A-13B1-929A9F2B89D8}"/>
          </ac:graphicFrameMkLst>
        </pc:graphicFrameChg>
        <pc:graphicFrameChg chg="add del mod">
          <ac:chgData name="James Sommer" userId="f395cb0f48012637" providerId="LiveId" clId="{A16E22F7-6660-48DB-ADDB-FA72664CAD99}" dt="2023-12-04T13:50:58.163" v="983"/>
          <ac:graphicFrameMkLst>
            <pc:docMk/>
            <pc:sldMk cId="3078090950" sldId="343"/>
            <ac:graphicFrameMk id="7" creationId="{2796D4A3-3197-F5C8-6987-49F13E7E0934}"/>
          </ac:graphicFrameMkLst>
        </pc:graphicFrameChg>
        <pc:graphicFrameChg chg="add mod modGraphic">
          <ac:chgData name="James Sommer" userId="f395cb0f48012637" providerId="LiveId" clId="{A16E22F7-6660-48DB-ADDB-FA72664CAD99}" dt="2023-12-06T19:53:06.393" v="1201" actId="14100"/>
          <ac:graphicFrameMkLst>
            <pc:docMk/>
            <pc:sldMk cId="3078090950" sldId="343"/>
            <ac:graphicFrameMk id="8" creationId="{5135DBDD-ADA0-A7ED-2153-9D8322A445EF}"/>
          </ac:graphicFrameMkLst>
        </pc:graphicFrameChg>
      </pc:sldChg>
      <pc:sldChg chg="addSp modSp new mod">
        <pc:chgData name="James Sommer" userId="f395cb0f48012637" providerId="LiveId" clId="{A16E22F7-6660-48DB-ADDB-FA72664CAD99}" dt="2023-12-06T19:45:17.582" v="1186" actId="20577"/>
        <pc:sldMkLst>
          <pc:docMk/>
          <pc:sldMk cId="948704094" sldId="344"/>
        </pc:sldMkLst>
        <pc:spChg chg="mod">
          <ac:chgData name="James Sommer" userId="f395cb0f48012637" providerId="LiveId" clId="{A16E22F7-6660-48DB-ADDB-FA72664CAD99}" dt="2023-12-06T19:45:17.582" v="1186" actId="20577"/>
          <ac:spMkLst>
            <pc:docMk/>
            <pc:sldMk cId="948704094" sldId="344"/>
            <ac:spMk id="2" creationId="{B1C24B89-7247-6798-22ED-EF959BACCD19}"/>
          </ac:spMkLst>
        </pc:spChg>
        <pc:spChg chg="mod">
          <ac:chgData name="James Sommer" userId="f395cb0f48012637" providerId="LiveId" clId="{A16E22F7-6660-48DB-ADDB-FA72664CAD99}" dt="2023-12-04T21:49:50.615" v="1099" actId="14100"/>
          <ac:spMkLst>
            <pc:docMk/>
            <pc:sldMk cId="948704094" sldId="344"/>
            <ac:spMk id="3" creationId="{A811A4BB-BE95-6233-B3FB-A6B3089519B4}"/>
          </ac:spMkLst>
        </pc:spChg>
        <pc:spChg chg="add mod">
          <ac:chgData name="James Sommer" userId="f395cb0f48012637" providerId="LiveId" clId="{A16E22F7-6660-48DB-ADDB-FA72664CAD99}" dt="2023-12-04T21:49:57.110" v="1101" actId="14100"/>
          <ac:spMkLst>
            <pc:docMk/>
            <pc:sldMk cId="948704094" sldId="344"/>
            <ac:spMk id="7" creationId="{C91C28E2-0F5F-A1CA-FC26-9633455AAEF1}"/>
          </ac:spMkLst>
        </pc:spChg>
        <pc:graphicFrameChg chg="add mod modGraphic">
          <ac:chgData name="James Sommer" userId="f395cb0f48012637" providerId="LiveId" clId="{A16E22F7-6660-48DB-ADDB-FA72664CAD99}" dt="2023-12-04T21:48:36.230" v="1086" actId="1076"/>
          <ac:graphicFrameMkLst>
            <pc:docMk/>
            <pc:sldMk cId="948704094" sldId="344"/>
            <ac:graphicFrameMk id="5" creationId="{D5813F80-3932-C46C-81CB-9E7C8EDB2867}"/>
          </ac:graphicFrameMkLst>
        </pc:graphicFrameChg>
        <pc:picChg chg="add mod">
          <ac:chgData name="James Sommer" userId="f395cb0f48012637" providerId="LiveId" clId="{A16E22F7-6660-48DB-ADDB-FA72664CAD99}" dt="2023-12-04T21:44:33.861" v="1025"/>
          <ac:picMkLst>
            <pc:docMk/>
            <pc:sldMk cId="948704094" sldId="344"/>
            <ac:picMk id="4" creationId="{D2E30FF5-258B-4B5A-2DF7-20AE9E899063}"/>
          </ac:picMkLst>
        </pc:picChg>
      </pc:sldChg>
    </pc:docChg>
  </pc:docChgLst>
  <pc:docChgLst>
    <pc:chgData name="James Sommer" userId="f395cb0f48012637" providerId="LiveId" clId="{21901C57-2456-4B9D-B93F-34A414AE02F8}"/>
    <pc:docChg chg="undo custSel addSld delSld modSld">
      <pc:chgData name="James Sommer" userId="f395cb0f48012637" providerId="LiveId" clId="{21901C57-2456-4B9D-B93F-34A414AE02F8}" dt="2023-12-03T20:32:10.370" v="1428" actId="20577"/>
      <pc:docMkLst>
        <pc:docMk/>
      </pc:docMkLst>
      <pc:sldChg chg="addSp delSp modSp mod">
        <pc:chgData name="James Sommer" userId="f395cb0f48012637" providerId="LiveId" clId="{21901C57-2456-4B9D-B93F-34A414AE02F8}" dt="2023-12-03T16:47:39.718" v="19" actId="1076"/>
        <pc:sldMkLst>
          <pc:docMk/>
          <pc:sldMk cId="760487606" sldId="256"/>
        </pc:sldMkLst>
        <pc:spChg chg="mod">
          <ac:chgData name="James Sommer" userId="f395cb0f48012637" providerId="LiveId" clId="{21901C57-2456-4B9D-B93F-34A414AE02F8}" dt="2023-12-03T16:47:39.718" v="19" actId="1076"/>
          <ac:spMkLst>
            <pc:docMk/>
            <pc:sldMk cId="760487606" sldId="256"/>
            <ac:spMk id="2" creationId="{00000000-0000-0000-0000-000000000000}"/>
          </ac:spMkLst>
        </pc:spChg>
        <pc:picChg chg="add del">
          <ac:chgData name="James Sommer" userId="f395cb0f48012637" providerId="LiveId" clId="{21901C57-2456-4B9D-B93F-34A414AE02F8}" dt="2023-12-03T16:47:16.263" v="13" actId="22"/>
          <ac:picMkLst>
            <pc:docMk/>
            <pc:sldMk cId="760487606" sldId="256"/>
            <ac:picMk id="6" creationId="{3C5AEED4-9A64-72F9-BFD1-F50DFC49EF9B}"/>
          </ac:picMkLst>
        </pc:picChg>
      </pc:sldChg>
      <pc:sldChg chg="addSp delSp modSp mod modAnim">
        <pc:chgData name="James Sommer" userId="f395cb0f48012637" providerId="LiveId" clId="{21901C57-2456-4B9D-B93F-34A414AE02F8}" dt="2023-12-03T17:19:12.576" v="188" actId="113"/>
        <pc:sldMkLst>
          <pc:docMk/>
          <pc:sldMk cId="3222839442" sldId="311"/>
        </pc:sldMkLst>
        <pc:spChg chg="mod">
          <ac:chgData name="James Sommer" userId="f395cb0f48012637" providerId="LiveId" clId="{21901C57-2456-4B9D-B93F-34A414AE02F8}" dt="2023-12-03T17:18:39.082" v="186" actId="20577"/>
          <ac:spMkLst>
            <pc:docMk/>
            <pc:sldMk cId="3222839442" sldId="311"/>
            <ac:spMk id="2" creationId="{00000000-0000-0000-0000-000000000000}"/>
          </ac:spMkLst>
        </pc:spChg>
        <pc:spChg chg="mod">
          <ac:chgData name="James Sommer" userId="f395cb0f48012637" providerId="LiveId" clId="{21901C57-2456-4B9D-B93F-34A414AE02F8}" dt="2023-12-03T17:19:12.576" v="188" actId="113"/>
          <ac:spMkLst>
            <pc:docMk/>
            <pc:sldMk cId="3222839442" sldId="311"/>
            <ac:spMk id="3" creationId="{00000000-0000-0000-0000-000000000000}"/>
          </ac:spMkLst>
        </pc:spChg>
        <pc:spChg chg="add del mod">
          <ac:chgData name="James Sommer" userId="f395cb0f48012637" providerId="LiveId" clId="{21901C57-2456-4B9D-B93F-34A414AE02F8}" dt="2023-12-03T17:17:10.143" v="154" actId="478"/>
          <ac:spMkLst>
            <pc:docMk/>
            <pc:sldMk cId="3222839442" sldId="311"/>
            <ac:spMk id="6" creationId="{CE707118-618E-ADD1-4766-97166AA193F4}"/>
          </ac:spMkLst>
        </pc:spChg>
        <pc:picChg chg="add del mod">
          <ac:chgData name="James Sommer" userId="f395cb0f48012637" providerId="LiveId" clId="{21901C57-2456-4B9D-B93F-34A414AE02F8}" dt="2023-12-03T17:15:02.892" v="124" actId="478"/>
          <ac:picMkLst>
            <pc:docMk/>
            <pc:sldMk cId="3222839442" sldId="311"/>
            <ac:picMk id="4" creationId="{A2D84416-0D5C-F069-350F-4B54737C366C}"/>
          </ac:picMkLst>
        </pc:picChg>
        <pc:picChg chg="add del mod">
          <ac:chgData name="James Sommer" userId="f395cb0f48012637" providerId="LiveId" clId="{21901C57-2456-4B9D-B93F-34A414AE02F8}" dt="2023-12-03T17:15:49.748" v="130" actId="478"/>
          <ac:picMkLst>
            <pc:docMk/>
            <pc:sldMk cId="3222839442" sldId="311"/>
            <ac:picMk id="2050" creationId="{0984E3C7-1E0F-4412-76B9-F5D49A610653}"/>
          </ac:picMkLst>
        </pc:picChg>
      </pc:sldChg>
      <pc:sldChg chg="del">
        <pc:chgData name="James Sommer" userId="f395cb0f48012637" providerId="LiveId" clId="{21901C57-2456-4B9D-B93F-34A414AE02F8}" dt="2023-12-03T19:28:46.820" v="256" actId="47"/>
        <pc:sldMkLst>
          <pc:docMk/>
          <pc:sldMk cId="865022532" sldId="313"/>
        </pc:sldMkLst>
      </pc:sldChg>
      <pc:sldChg chg="addSp delSp modSp mod modAnim">
        <pc:chgData name="James Sommer" userId="f395cb0f48012637" providerId="LiveId" clId="{21901C57-2456-4B9D-B93F-34A414AE02F8}" dt="2023-12-03T17:14:17.233" v="116" actId="20577"/>
        <pc:sldMkLst>
          <pc:docMk/>
          <pc:sldMk cId="2656068651" sldId="318"/>
        </pc:sldMkLst>
        <pc:spChg chg="mod">
          <ac:chgData name="James Sommer" userId="f395cb0f48012637" providerId="LiveId" clId="{21901C57-2456-4B9D-B93F-34A414AE02F8}" dt="2023-12-03T17:14:17.233" v="116" actId="20577"/>
          <ac:spMkLst>
            <pc:docMk/>
            <pc:sldMk cId="2656068651" sldId="318"/>
            <ac:spMk id="2" creationId="{00000000-0000-0000-0000-000000000000}"/>
          </ac:spMkLst>
        </pc:spChg>
        <pc:spChg chg="mod">
          <ac:chgData name="James Sommer" userId="f395cb0f48012637" providerId="LiveId" clId="{21901C57-2456-4B9D-B93F-34A414AE02F8}" dt="2023-12-03T17:13:31.155" v="104" actId="403"/>
          <ac:spMkLst>
            <pc:docMk/>
            <pc:sldMk cId="2656068651" sldId="318"/>
            <ac:spMk id="3" creationId="{00000000-0000-0000-0000-000000000000}"/>
          </ac:spMkLst>
        </pc:spChg>
        <pc:spChg chg="add del">
          <ac:chgData name="James Sommer" userId="f395cb0f48012637" providerId="LiveId" clId="{21901C57-2456-4B9D-B93F-34A414AE02F8}" dt="2023-12-03T16:48:24.202" v="29"/>
          <ac:spMkLst>
            <pc:docMk/>
            <pc:sldMk cId="2656068651" sldId="318"/>
            <ac:spMk id="6" creationId="{ECC488E5-F6E7-032A-9B0C-FC211D821713}"/>
          </ac:spMkLst>
        </pc:spChg>
        <pc:spChg chg="add del">
          <ac:chgData name="James Sommer" userId="f395cb0f48012637" providerId="LiveId" clId="{21901C57-2456-4B9D-B93F-34A414AE02F8}" dt="2023-12-03T16:48:24.202" v="29"/>
          <ac:spMkLst>
            <pc:docMk/>
            <pc:sldMk cId="2656068651" sldId="318"/>
            <ac:spMk id="7" creationId="{34B89EA0-9F0B-DE06-A080-B960FECFA197}"/>
          </ac:spMkLst>
        </pc:spChg>
        <pc:spChg chg="add del">
          <ac:chgData name="James Sommer" userId="f395cb0f48012637" providerId="LiveId" clId="{21901C57-2456-4B9D-B93F-34A414AE02F8}" dt="2023-12-03T16:48:24.202" v="29"/>
          <ac:spMkLst>
            <pc:docMk/>
            <pc:sldMk cId="2656068651" sldId="318"/>
            <ac:spMk id="8" creationId="{0C7E68B2-3F7D-50EC-57BC-7671EA72513A}"/>
          </ac:spMkLst>
        </pc:spChg>
        <pc:graphicFrameChg chg="add del">
          <ac:chgData name="James Sommer" userId="f395cb0f48012637" providerId="LiveId" clId="{21901C57-2456-4B9D-B93F-34A414AE02F8}" dt="2023-12-03T16:48:24.202" v="29"/>
          <ac:graphicFrameMkLst>
            <pc:docMk/>
            <pc:sldMk cId="2656068651" sldId="318"/>
            <ac:graphicFrameMk id="4" creationId="{7A9AB868-AEC4-880E-4B6D-C1E0B2091C73}"/>
          </ac:graphicFrameMkLst>
        </pc:graphicFrameChg>
        <pc:graphicFrameChg chg="add del">
          <ac:chgData name="James Sommer" userId="f395cb0f48012637" providerId="LiveId" clId="{21901C57-2456-4B9D-B93F-34A414AE02F8}" dt="2023-12-03T16:48:24.202" v="29"/>
          <ac:graphicFrameMkLst>
            <pc:docMk/>
            <pc:sldMk cId="2656068651" sldId="318"/>
            <ac:graphicFrameMk id="5" creationId="{83F969DB-489F-5627-C17E-253D4B7347E3}"/>
          </ac:graphicFrameMkLst>
        </pc:graphicFrameChg>
      </pc:sldChg>
      <pc:sldChg chg="del">
        <pc:chgData name="James Sommer" userId="f395cb0f48012637" providerId="LiveId" clId="{21901C57-2456-4B9D-B93F-34A414AE02F8}" dt="2023-12-03T20:02:14.037" v="1094" actId="2696"/>
        <pc:sldMkLst>
          <pc:docMk/>
          <pc:sldMk cId="1372433121" sldId="325"/>
        </pc:sldMkLst>
      </pc:sldChg>
      <pc:sldChg chg="addSp delSp modSp new mod">
        <pc:chgData name="James Sommer" userId="f395cb0f48012637" providerId="LiveId" clId="{21901C57-2456-4B9D-B93F-34A414AE02F8}" dt="2023-12-03T17:22:35.300" v="219" actId="14100"/>
        <pc:sldMkLst>
          <pc:docMk/>
          <pc:sldMk cId="2493411304" sldId="326"/>
        </pc:sldMkLst>
        <pc:spChg chg="mod">
          <ac:chgData name="James Sommer" userId="f395cb0f48012637" providerId="LiveId" clId="{21901C57-2456-4B9D-B93F-34A414AE02F8}" dt="2023-12-03T17:21:06.991" v="202" actId="1076"/>
          <ac:spMkLst>
            <pc:docMk/>
            <pc:sldMk cId="2493411304" sldId="326"/>
            <ac:spMk id="2" creationId="{DAA43BCB-DB7B-1E18-BDE1-81323824031B}"/>
          </ac:spMkLst>
        </pc:spChg>
        <pc:spChg chg="del mod">
          <ac:chgData name="James Sommer" userId="f395cb0f48012637" providerId="LiveId" clId="{21901C57-2456-4B9D-B93F-34A414AE02F8}" dt="2023-12-03T17:20:04.045" v="192"/>
          <ac:spMkLst>
            <pc:docMk/>
            <pc:sldMk cId="2493411304" sldId="326"/>
            <ac:spMk id="3" creationId="{B68F8F05-1169-1837-3528-85A00FC52BFE}"/>
          </ac:spMkLst>
        </pc:spChg>
        <pc:graphicFrameChg chg="add mod modGraphic">
          <ac:chgData name="James Sommer" userId="f395cb0f48012637" providerId="LiveId" clId="{21901C57-2456-4B9D-B93F-34A414AE02F8}" dt="2023-12-03T17:22:16.098" v="215" actId="1076"/>
          <ac:graphicFrameMkLst>
            <pc:docMk/>
            <pc:sldMk cId="2493411304" sldId="326"/>
            <ac:graphicFrameMk id="4" creationId="{CE3B28D4-D845-C5C4-5AE3-1BCC358A24E2}"/>
          </ac:graphicFrameMkLst>
        </pc:graphicFrameChg>
        <pc:picChg chg="add mod">
          <ac:chgData name="James Sommer" userId="f395cb0f48012637" providerId="LiveId" clId="{21901C57-2456-4B9D-B93F-34A414AE02F8}" dt="2023-12-03T17:22:35.300" v="219" actId="14100"/>
          <ac:picMkLst>
            <pc:docMk/>
            <pc:sldMk cId="2493411304" sldId="326"/>
            <ac:picMk id="3073" creationId="{DBA35DB0-9799-1189-2F8D-5D96931466CD}"/>
          </ac:picMkLst>
        </pc:picChg>
        <pc:picChg chg="add mod">
          <ac:chgData name="James Sommer" userId="f395cb0f48012637" providerId="LiveId" clId="{21901C57-2456-4B9D-B93F-34A414AE02F8}" dt="2023-12-03T17:22:07.195" v="214" actId="14100"/>
          <ac:picMkLst>
            <pc:docMk/>
            <pc:sldMk cId="2493411304" sldId="326"/>
            <ac:picMk id="3074" creationId="{1C824088-95C4-800E-8B6D-3DF51CDD2E6A}"/>
          </ac:picMkLst>
        </pc:picChg>
      </pc:sldChg>
      <pc:sldChg chg="modSp new mod">
        <pc:chgData name="James Sommer" userId="f395cb0f48012637" providerId="LiveId" clId="{21901C57-2456-4B9D-B93F-34A414AE02F8}" dt="2023-12-03T19:28:37.874" v="254"/>
        <pc:sldMkLst>
          <pc:docMk/>
          <pc:sldMk cId="2044144348" sldId="327"/>
        </pc:sldMkLst>
        <pc:spChg chg="mod">
          <ac:chgData name="James Sommer" userId="f395cb0f48012637" providerId="LiveId" clId="{21901C57-2456-4B9D-B93F-34A414AE02F8}" dt="2023-12-03T19:26:34.433" v="221"/>
          <ac:spMkLst>
            <pc:docMk/>
            <pc:sldMk cId="2044144348" sldId="327"/>
            <ac:spMk id="2" creationId="{4D42BACF-B5B4-F2E3-FC50-C9E5AB25A234}"/>
          </ac:spMkLst>
        </pc:spChg>
        <pc:spChg chg="mod">
          <ac:chgData name="James Sommer" userId="f395cb0f48012637" providerId="LiveId" clId="{21901C57-2456-4B9D-B93F-34A414AE02F8}" dt="2023-12-03T19:28:37.874" v="254"/>
          <ac:spMkLst>
            <pc:docMk/>
            <pc:sldMk cId="2044144348" sldId="327"/>
            <ac:spMk id="3" creationId="{57FA6DE5-A646-EEB7-62BF-AA6027E867CE}"/>
          </ac:spMkLst>
        </pc:spChg>
      </pc:sldChg>
      <pc:sldChg chg="modSp new mod">
        <pc:chgData name="James Sommer" userId="f395cb0f48012637" providerId="LiveId" clId="{21901C57-2456-4B9D-B93F-34A414AE02F8}" dt="2023-12-03T19:31:51.833" v="309"/>
        <pc:sldMkLst>
          <pc:docMk/>
          <pc:sldMk cId="1090324516" sldId="328"/>
        </pc:sldMkLst>
        <pc:spChg chg="mod">
          <ac:chgData name="James Sommer" userId="f395cb0f48012637" providerId="LiveId" clId="{21901C57-2456-4B9D-B93F-34A414AE02F8}" dt="2023-12-03T19:31:12.190" v="297" actId="1076"/>
          <ac:spMkLst>
            <pc:docMk/>
            <pc:sldMk cId="1090324516" sldId="328"/>
            <ac:spMk id="2" creationId="{32932BD5-579D-2526-B8D5-913DBE4A7507}"/>
          </ac:spMkLst>
        </pc:spChg>
        <pc:spChg chg="mod">
          <ac:chgData name="James Sommer" userId="f395cb0f48012637" providerId="LiveId" clId="{21901C57-2456-4B9D-B93F-34A414AE02F8}" dt="2023-12-03T19:31:51.833" v="309"/>
          <ac:spMkLst>
            <pc:docMk/>
            <pc:sldMk cId="1090324516" sldId="328"/>
            <ac:spMk id="3" creationId="{03F70B1B-7883-336B-1931-2DFFB3C05597}"/>
          </ac:spMkLst>
        </pc:spChg>
      </pc:sldChg>
      <pc:sldChg chg="addSp modSp new mod">
        <pc:chgData name="James Sommer" userId="f395cb0f48012637" providerId="LiveId" clId="{21901C57-2456-4B9D-B93F-34A414AE02F8}" dt="2023-12-03T19:41:47.491" v="849" actId="6549"/>
        <pc:sldMkLst>
          <pc:docMk/>
          <pc:sldMk cId="1534439669" sldId="329"/>
        </pc:sldMkLst>
        <pc:spChg chg="mod">
          <ac:chgData name="James Sommer" userId="f395cb0f48012637" providerId="LiveId" clId="{21901C57-2456-4B9D-B93F-34A414AE02F8}" dt="2023-12-03T19:38:50.271" v="615" actId="1076"/>
          <ac:spMkLst>
            <pc:docMk/>
            <pc:sldMk cId="1534439669" sldId="329"/>
            <ac:spMk id="2" creationId="{C475868F-1217-3376-D99C-A6D9C8DCAED7}"/>
          </ac:spMkLst>
        </pc:spChg>
        <pc:spChg chg="mod">
          <ac:chgData name="James Sommer" userId="f395cb0f48012637" providerId="LiveId" clId="{21901C57-2456-4B9D-B93F-34A414AE02F8}" dt="2023-12-03T19:41:47.491" v="849" actId="6549"/>
          <ac:spMkLst>
            <pc:docMk/>
            <pc:sldMk cId="1534439669" sldId="329"/>
            <ac:spMk id="3" creationId="{A91EE7A2-4FC0-7179-E35A-7857BBB094F6}"/>
          </ac:spMkLst>
        </pc:spChg>
        <pc:picChg chg="add mod">
          <ac:chgData name="James Sommer" userId="f395cb0f48012637" providerId="LiveId" clId="{21901C57-2456-4B9D-B93F-34A414AE02F8}" dt="2023-12-03T19:33:18.570" v="357" actId="1036"/>
          <ac:picMkLst>
            <pc:docMk/>
            <pc:sldMk cId="1534439669" sldId="329"/>
            <ac:picMk id="4" creationId="{84BC2DF9-EE75-0363-3658-D2FDED046183}"/>
          </ac:picMkLst>
        </pc:picChg>
        <pc:picChg chg="add mod">
          <ac:chgData name="James Sommer" userId="f395cb0f48012637" providerId="LiveId" clId="{21901C57-2456-4B9D-B93F-34A414AE02F8}" dt="2023-12-03T19:34:36.190" v="524" actId="1035"/>
          <ac:picMkLst>
            <pc:docMk/>
            <pc:sldMk cId="1534439669" sldId="329"/>
            <ac:picMk id="5" creationId="{8E62CCC5-C796-14ED-6FD6-5FBE81E4B11D}"/>
          </ac:picMkLst>
        </pc:picChg>
        <pc:picChg chg="add mod">
          <ac:chgData name="James Sommer" userId="f395cb0f48012637" providerId="LiveId" clId="{21901C57-2456-4B9D-B93F-34A414AE02F8}" dt="2023-12-03T19:39:25.941" v="721" actId="14100"/>
          <ac:picMkLst>
            <pc:docMk/>
            <pc:sldMk cId="1534439669" sldId="329"/>
            <ac:picMk id="6" creationId="{3654D8A7-EACE-72F3-6BAB-95027D61827F}"/>
          </ac:picMkLst>
        </pc:picChg>
        <pc:picChg chg="add mod">
          <ac:chgData name="James Sommer" userId="f395cb0f48012637" providerId="LiveId" clId="{21901C57-2456-4B9D-B93F-34A414AE02F8}" dt="2023-12-03T19:40:01.976" v="810" actId="1036"/>
          <ac:picMkLst>
            <pc:docMk/>
            <pc:sldMk cId="1534439669" sldId="329"/>
            <ac:picMk id="7" creationId="{9F009E59-1617-6873-F564-9C456612D821}"/>
          </ac:picMkLst>
        </pc:picChg>
      </pc:sldChg>
      <pc:sldChg chg="addSp delSp modSp new mod">
        <pc:chgData name="James Sommer" userId="f395cb0f48012637" providerId="LiveId" clId="{21901C57-2456-4B9D-B93F-34A414AE02F8}" dt="2023-12-03T19:42:25.057" v="892" actId="1076"/>
        <pc:sldMkLst>
          <pc:docMk/>
          <pc:sldMk cId="1547176905" sldId="330"/>
        </pc:sldMkLst>
        <pc:spChg chg="mod">
          <ac:chgData name="James Sommer" userId="f395cb0f48012637" providerId="LiveId" clId="{21901C57-2456-4B9D-B93F-34A414AE02F8}" dt="2023-12-03T19:42:25.057" v="892" actId="1076"/>
          <ac:spMkLst>
            <pc:docMk/>
            <pc:sldMk cId="1547176905" sldId="330"/>
            <ac:spMk id="2" creationId="{29FCB898-08E1-64E3-FE86-E19252E3959C}"/>
          </ac:spMkLst>
        </pc:spChg>
        <pc:spChg chg="del mod">
          <ac:chgData name="James Sommer" userId="f395cb0f48012637" providerId="LiveId" clId="{21901C57-2456-4B9D-B93F-34A414AE02F8}" dt="2023-12-03T19:41:59.404" v="850" actId="478"/>
          <ac:spMkLst>
            <pc:docMk/>
            <pc:sldMk cId="1547176905" sldId="330"/>
            <ac:spMk id="3" creationId="{69D16BD2-1A7B-74D5-7C7F-922A72220CC1}"/>
          </ac:spMkLst>
        </pc:spChg>
        <pc:picChg chg="add del mod">
          <ac:chgData name="James Sommer" userId="f395cb0f48012637" providerId="LiveId" clId="{21901C57-2456-4B9D-B93F-34A414AE02F8}" dt="2023-12-03T19:41:16.111" v="826"/>
          <ac:picMkLst>
            <pc:docMk/>
            <pc:sldMk cId="1547176905" sldId="330"/>
            <ac:picMk id="4" creationId="{DA9209D8-8DAA-FE23-1CF1-980BDD5DABE9}"/>
          </ac:picMkLst>
        </pc:picChg>
        <pc:picChg chg="add mod">
          <ac:chgData name="James Sommer" userId="f395cb0f48012637" providerId="LiveId" clId="{21901C57-2456-4B9D-B93F-34A414AE02F8}" dt="2023-12-03T19:42:07.336" v="890" actId="1037"/>
          <ac:picMkLst>
            <pc:docMk/>
            <pc:sldMk cId="1547176905" sldId="330"/>
            <ac:picMk id="4098" creationId="{EEECD608-63E4-0536-EE7E-E9939939A2C4}"/>
          </ac:picMkLst>
        </pc:picChg>
      </pc:sldChg>
      <pc:sldChg chg="addSp modSp new mod">
        <pc:chgData name="James Sommer" userId="f395cb0f48012637" providerId="LiveId" clId="{21901C57-2456-4B9D-B93F-34A414AE02F8}" dt="2023-12-03T19:44:53.736" v="940" actId="16959"/>
        <pc:sldMkLst>
          <pc:docMk/>
          <pc:sldMk cId="781213372" sldId="331"/>
        </pc:sldMkLst>
        <pc:spChg chg="mod">
          <ac:chgData name="James Sommer" userId="f395cb0f48012637" providerId="LiveId" clId="{21901C57-2456-4B9D-B93F-34A414AE02F8}" dt="2023-12-03T19:42:31.161" v="894" actId="1076"/>
          <ac:spMkLst>
            <pc:docMk/>
            <pc:sldMk cId="781213372" sldId="331"/>
            <ac:spMk id="2" creationId="{A34D3110-5872-6676-185C-1760B8D5F02F}"/>
          </ac:spMkLst>
        </pc:spChg>
        <pc:spChg chg="mod">
          <ac:chgData name="James Sommer" userId="f395cb0f48012637" providerId="LiveId" clId="{21901C57-2456-4B9D-B93F-34A414AE02F8}" dt="2023-12-03T19:44:53.736" v="940" actId="16959"/>
          <ac:spMkLst>
            <pc:docMk/>
            <pc:sldMk cId="781213372" sldId="331"/>
            <ac:spMk id="3" creationId="{367EF9E4-D3C7-96F4-3163-2F5DDD659F5F}"/>
          </ac:spMkLst>
        </pc:spChg>
        <pc:picChg chg="add mod">
          <ac:chgData name="James Sommer" userId="f395cb0f48012637" providerId="LiveId" clId="{21901C57-2456-4B9D-B93F-34A414AE02F8}" dt="2023-12-03T19:44:21.097" v="935" actId="1036"/>
          <ac:picMkLst>
            <pc:docMk/>
            <pc:sldMk cId="781213372" sldId="331"/>
            <ac:picMk id="4" creationId="{A9BEC83A-DD3D-C5B6-51A6-72C2D76D12C6}"/>
          </ac:picMkLst>
        </pc:picChg>
      </pc:sldChg>
      <pc:sldChg chg="addSp delSp modSp new mod">
        <pc:chgData name="James Sommer" userId="f395cb0f48012637" providerId="LiveId" clId="{21901C57-2456-4B9D-B93F-34A414AE02F8}" dt="2023-12-03T20:13:15.725" v="1252"/>
        <pc:sldMkLst>
          <pc:docMk/>
          <pc:sldMk cId="3681276145" sldId="332"/>
        </pc:sldMkLst>
        <pc:spChg chg="mod">
          <ac:chgData name="James Sommer" userId="f395cb0f48012637" providerId="LiveId" clId="{21901C57-2456-4B9D-B93F-34A414AE02F8}" dt="2023-12-03T19:49:41.051" v="1057" actId="1076"/>
          <ac:spMkLst>
            <pc:docMk/>
            <pc:sldMk cId="3681276145" sldId="332"/>
            <ac:spMk id="2" creationId="{4C5CA736-A570-C35B-DB75-7E8A04A779A0}"/>
          </ac:spMkLst>
        </pc:spChg>
        <pc:spChg chg="del">
          <ac:chgData name="James Sommer" userId="f395cb0f48012637" providerId="LiveId" clId="{21901C57-2456-4B9D-B93F-34A414AE02F8}" dt="2023-12-03T19:45:22.591" v="944" actId="478"/>
          <ac:spMkLst>
            <pc:docMk/>
            <pc:sldMk cId="3681276145" sldId="332"/>
            <ac:spMk id="3" creationId="{72B9C544-F3D0-C993-C82E-CE3934706151}"/>
          </ac:spMkLst>
        </pc:spChg>
        <pc:spChg chg="add del mod">
          <ac:chgData name="James Sommer" userId="f395cb0f48012637" providerId="LiveId" clId="{21901C57-2456-4B9D-B93F-34A414AE02F8}" dt="2023-12-03T19:45:57.641" v="950"/>
          <ac:spMkLst>
            <pc:docMk/>
            <pc:sldMk cId="3681276145" sldId="332"/>
            <ac:spMk id="5" creationId="{59BD47AA-E2F7-3104-CCD5-FD7E265C961F}"/>
          </ac:spMkLst>
        </pc:spChg>
        <pc:graphicFrameChg chg="add del mod">
          <ac:chgData name="James Sommer" userId="f395cb0f48012637" providerId="LiveId" clId="{21901C57-2456-4B9D-B93F-34A414AE02F8}" dt="2023-12-03T19:45:57.641" v="950"/>
          <ac:graphicFrameMkLst>
            <pc:docMk/>
            <pc:sldMk cId="3681276145" sldId="332"/>
            <ac:graphicFrameMk id="4" creationId="{77BA71BD-0E29-D38D-FA01-521EF05F40CC}"/>
          </ac:graphicFrameMkLst>
        </pc:graphicFrameChg>
        <pc:graphicFrameChg chg="add del mod">
          <ac:chgData name="James Sommer" userId="f395cb0f48012637" providerId="LiveId" clId="{21901C57-2456-4B9D-B93F-34A414AE02F8}" dt="2023-12-03T19:46:39.671" v="984" actId="478"/>
          <ac:graphicFrameMkLst>
            <pc:docMk/>
            <pc:sldMk cId="3681276145" sldId="332"/>
            <ac:graphicFrameMk id="6" creationId="{9F9E413E-B072-24E2-CADF-8A32BED84FAD}"/>
          </ac:graphicFrameMkLst>
        </pc:graphicFrameChg>
        <pc:graphicFrameChg chg="add mod">
          <ac:chgData name="James Sommer" userId="f395cb0f48012637" providerId="LiveId" clId="{21901C57-2456-4B9D-B93F-34A414AE02F8}" dt="2023-12-03T19:49:57.621" v="1075"/>
          <ac:graphicFrameMkLst>
            <pc:docMk/>
            <pc:sldMk cId="3681276145" sldId="332"/>
            <ac:graphicFrameMk id="7" creationId="{E173822E-CCA0-357D-2893-D1967CE476F3}"/>
          </ac:graphicFrameMkLst>
        </pc:graphicFrameChg>
        <pc:graphicFrameChg chg="add mod">
          <ac:chgData name="James Sommer" userId="f395cb0f48012637" providerId="LiveId" clId="{21901C57-2456-4B9D-B93F-34A414AE02F8}" dt="2023-12-03T20:13:15.725" v="1252"/>
          <ac:graphicFrameMkLst>
            <pc:docMk/>
            <pc:sldMk cId="3681276145" sldId="332"/>
            <ac:graphicFrameMk id="8" creationId="{44B1F44C-81FB-336E-4B7C-F778029D6B37}"/>
          </ac:graphicFrameMkLst>
        </pc:graphicFrameChg>
      </pc:sldChg>
      <pc:sldChg chg="addSp modSp new mod">
        <pc:chgData name="James Sommer" userId="f395cb0f48012637" providerId="LiveId" clId="{21901C57-2456-4B9D-B93F-34A414AE02F8}" dt="2023-12-03T20:14:01.588" v="1307"/>
        <pc:sldMkLst>
          <pc:docMk/>
          <pc:sldMk cId="2109363462" sldId="333"/>
        </pc:sldMkLst>
        <pc:spChg chg="mod">
          <ac:chgData name="James Sommer" userId="f395cb0f48012637" providerId="LiveId" clId="{21901C57-2456-4B9D-B93F-34A414AE02F8}" dt="2023-12-03T20:05:27.603" v="1170" actId="1076"/>
          <ac:spMkLst>
            <pc:docMk/>
            <pc:sldMk cId="2109363462" sldId="333"/>
            <ac:spMk id="2" creationId="{60768E57-6111-9E15-7524-FF7A79C04B9F}"/>
          </ac:spMkLst>
        </pc:spChg>
        <pc:spChg chg="mod">
          <ac:chgData name="James Sommer" userId="f395cb0f48012637" providerId="LiveId" clId="{21901C57-2456-4B9D-B93F-34A414AE02F8}" dt="2023-12-03T20:05:33.363" v="1171" actId="1076"/>
          <ac:spMkLst>
            <pc:docMk/>
            <pc:sldMk cId="2109363462" sldId="333"/>
            <ac:spMk id="3" creationId="{BABC777C-A965-B9A1-8C51-5F71EB6847DF}"/>
          </ac:spMkLst>
        </pc:spChg>
        <pc:graphicFrameChg chg="add mod">
          <ac:chgData name="James Sommer" userId="f395cb0f48012637" providerId="LiveId" clId="{21901C57-2456-4B9D-B93F-34A414AE02F8}" dt="2023-12-03T20:14:01.588" v="1307"/>
          <ac:graphicFrameMkLst>
            <pc:docMk/>
            <pc:sldMk cId="2109363462" sldId="333"/>
            <ac:graphicFrameMk id="4" creationId="{BABE4C23-ED28-61F2-CD62-4A3EAEC10608}"/>
          </ac:graphicFrameMkLst>
        </pc:graphicFrameChg>
      </pc:sldChg>
      <pc:sldChg chg="addSp delSp modSp new mod">
        <pc:chgData name="James Sommer" userId="f395cb0f48012637" providerId="LiveId" clId="{21901C57-2456-4B9D-B93F-34A414AE02F8}" dt="2023-12-03T20:31:54.985" v="1425" actId="27636"/>
        <pc:sldMkLst>
          <pc:docMk/>
          <pc:sldMk cId="2930213277" sldId="334"/>
        </pc:sldMkLst>
        <pc:spChg chg="mod">
          <ac:chgData name="James Sommer" userId="f395cb0f48012637" providerId="LiveId" clId="{21901C57-2456-4B9D-B93F-34A414AE02F8}" dt="2023-12-03T20:08:06.408" v="1196" actId="20577"/>
          <ac:spMkLst>
            <pc:docMk/>
            <pc:sldMk cId="2930213277" sldId="334"/>
            <ac:spMk id="2" creationId="{EB441A5B-EBF4-6D75-47E2-F2BB6EC81331}"/>
          </ac:spMkLst>
        </pc:spChg>
        <pc:spChg chg="mod">
          <ac:chgData name="James Sommer" userId="f395cb0f48012637" providerId="LiveId" clId="{21901C57-2456-4B9D-B93F-34A414AE02F8}" dt="2023-12-03T20:31:54.985" v="1425" actId="27636"/>
          <ac:spMkLst>
            <pc:docMk/>
            <pc:sldMk cId="2930213277" sldId="334"/>
            <ac:spMk id="3" creationId="{531C8157-8764-3EB4-3DE6-5AE727908D58}"/>
          </ac:spMkLst>
        </pc:spChg>
        <pc:graphicFrameChg chg="add del mod">
          <ac:chgData name="James Sommer" userId="f395cb0f48012637" providerId="LiveId" clId="{21901C57-2456-4B9D-B93F-34A414AE02F8}" dt="2023-12-03T20:17:39.499" v="1320"/>
          <ac:graphicFrameMkLst>
            <pc:docMk/>
            <pc:sldMk cId="2930213277" sldId="334"/>
            <ac:graphicFrameMk id="4" creationId="{255F3181-4A2A-0776-30F8-E537C28D6E7D}"/>
          </ac:graphicFrameMkLst>
        </pc:graphicFrameChg>
        <pc:picChg chg="add mod">
          <ac:chgData name="James Sommer" userId="f395cb0f48012637" providerId="LiveId" clId="{21901C57-2456-4B9D-B93F-34A414AE02F8}" dt="2023-12-03T20:31:45.789" v="1423" actId="1076"/>
          <ac:picMkLst>
            <pc:docMk/>
            <pc:sldMk cId="2930213277" sldId="334"/>
            <ac:picMk id="5" creationId="{748F2A99-68F3-A0A6-C399-E1AD0E962A70}"/>
          </ac:picMkLst>
        </pc:picChg>
      </pc:sldChg>
      <pc:sldChg chg="modSp new mod">
        <pc:chgData name="James Sommer" userId="f395cb0f48012637" providerId="LiveId" clId="{21901C57-2456-4B9D-B93F-34A414AE02F8}" dt="2023-12-03T20:32:10.370" v="1428" actId="20577"/>
        <pc:sldMkLst>
          <pc:docMk/>
          <pc:sldMk cId="1561980755" sldId="335"/>
        </pc:sldMkLst>
        <pc:spChg chg="mod">
          <ac:chgData name="James Sommer" userId="f395cb0f48012637" providerId="LiveId" clId="{21901C57-2456-4B9D-B93F-34A414AE02F8}" dt="2023-12-03T20:23:55.970" v="1365"/>
          <ac:spMkLst>
            <pc:docMk/>
            <pc:sldMk cId="1561980755" sldId="335"/>
            <ac:spMk id="2" creationId="{E7ED7C39-3A98-DF90-660B-94A900008D43}"/>
          </ac:spMkLst>
        </pc:spChg>
        <pc:spChg chg="mod">
          <ac:chgData name="James Sommer" userId="f395cb0f48012637" providerId="LiveId" clId="{21901C57-2456-4B9D-B93F-34A414AE02F8}" dt="2023-12-03T20:32:10.370" v="1428" actId="20577"/>
          <ac:spMkLst>
            <pc:docMk/>
            <pc:sldMk cId="1561980755" sldId="335"/>
            <ac:spMk id="3" creationId="{000E1898-26C7-3241-3ACF-CE91AD3B5DEB}"/>
          </ac:spMkLst>
        </pc:spChg>
      </pc:sldChg>
    </pc:docChg>
  </pc:docChgLst>
  <pc:docChgLst>
    <pc:chgData name="James Sommer" userId="f395cb0f48012637" providerId="LiveId" clId="{71EC9A49-033A-485B-BC9B-2103B27BB7D5}"/>
    <pc:docChg chg="undo custSel modSld">
      <pc:chgData name="James Sommer" userId="f395cb0f48012637" providerId="LiveId" clId="{71EC9A49-033A-485B-BC9B-2103B27BB7D5}" dt="2023-12-03T20:43:09.086" v="19" actId="207"/>
      <pc:docMkLst>
        <pc:docMk/>
      </pc:docMkLst>
      <pc:sldChg chg="modSp mod">
        <pc:chgData name="James Sommer" userId="f395cb0f48012637" providerId="LiveId" clId="{71EC9A49-033A-485B-BC9B-2103B27BB7D5}" dt="2023-12-03T20:37:06.135" v="2" actId="20577"/>
        <pc:sldMkLst>
          <pc:docMk/>
          <pc:sldMk cId="760487606" sldId="256"/>
        </pc:sldMkLst>
        <pc:spChg chg="mod">
          <ac:chgData name="James Sommer" userId="f395cb0f48012637" providerId="LiveId" clId="{71EC9A49-033A-485B-BC9B-2103B27BB7D5}" dt="2023-12-03T20:37:06.135" v="2" actId="20577"/>
          <ac:spMkLst>
            <pc:docMk/>
            <pc:sldMk cId="760487606" sldId="256"/>
            <ac:spMk id="2" creationId="{00000000-0000-0000-0000-000000000000}"/>
          </ac:spMkLst>
        </pc:spChg>
      </pc:sldChg>
      <pc:sldChg chg="addSp delSp modSp mod delAnim">
        <pc:chgData name="James Sommer" userId="f395cb0f48012637" providerId="LiveId" clId="{71EC9A49-033A-485B-BC9B-2103B27BB7D5}" dt="2023-12-03T20:43:09.086" v="19" actId="207"/>
        <pc:sldMkLst>
          <pc:docMk/>
          <pc:sldMk cId="2656068651" sldId="318"/>
        </pc:sldMkLst>
        <pc:spChg chg="del mod">
          <ac:chgData name="James Sommer" userId="f395cb0f48012637" providerId="LiveId" clId="{71EC9A49-033A-485B-BC9B-2103B27BB7D5}" dt="2023-12-03T20:37:20.945" v="4" actId="478"/>
          <ac:spMkLst>
            <pc:docMk/>
            <pc:sldMk cId="2656068651" sldId="318"/>
            <ac:spMk id="3" creationId="{00000000-0000-0000-0000-000000000000}"/>
          </ac:spMkLst>
        </pc:spChg>
        <pc:spChg chg="add mod">
          <ac:chgData name="James Sommer" userId="f395cb0f48012637" providerId="LiveId" clId="{71EC9A49-033A-485B-BC9B-2103B27BB7D5}" dt="2023-12-03T20:43:09.086" v="19" actId="207"/>
          <ac:spMkLst>
            <pc:docMk/>
            <pc:sldMk cId="2656068651" sldId="318"/>
            <ac:spMk id="5" creationId="{225A6432-DE37-33B9-AC0A-04803384214C}"/>
          </ac:spMkLst>
        </pc:spChg>
      </pc:sldChg>
    </pc:docChg>
  </pc:docChgLst>
  <pc:docChgLst>
    <pc:chgData name="James Sommer" userId="f395cb0f48012637" providerId="LiveId" clId="{07293955-A93F-42FB-9A27-C4E771E61ECC}"/>
    <pc:docChg chg="undo custSel modSld">
      <pc:chgData name="James Sommer" userId="f395cb0f48012637" providerId="LiveId" clId="{07293955-A93F-42FB-9A27-C4E771E61ECC}" dt="2024-03-20T20:34:14.333" v="10" actId="20577"/>
      <pc:docMkLst>
        <pc:docMk/>
      </pc:docMkLst>
      <pc:sldChg chg="modSp mod">
        <pc:chgData name="James Sommer" userId="f395cb0f48012637" providerId="LiveId" clId="{07293955-A93F-42FB-9A27-C4E771E61ECC}" dt="2024-03-20T20:34:14.333" v="10" actId="20577"/>
        <pc:sldMkLst>
          <pc:docMk/>
          <pc:sldMk cId="3078090950" sldId="343"/>
        </pc:sldMkLst>
        <pc:graphicFrameChg chg="modGraphic">
          <ac:chgData name="James Sommer" userId="f395cb0f48012637" providerId="LiveId" clId="{07293955-A93F-42FB-9A27-C4E771E61ECC}" dt="2024-03-20T20:34:14.333" v="10" actId="20577"/>
          <ac:graphicFrameMkLst>
            <pc:docMk/>
            <pc:sldMk cId="3078090950" sldId="343"/>
            <ac:graphicFrameMk id="8" creationId="{5135DBDD-ADA0-A7ED-2153-9D8322A445EF}"/>
          </ac:graphicFrameMkLst>
        </pc:graphicFrameChg>
      </pc:sldChg>
    </pc:docChg>
  </pc:docChgLst>
  <pc:docChgLst>
    <pc:chgData name="James Sommer" userId="f395cb0f48012637" providerId="LiveId" clId="{874A0D23-FF0E-40CD-AE58-C898E543E245}"/>
    <pc:docChg chg="addSld delSld modSld">
      <pc:chgData name="James Sommer" userId="f395cb0f48012637" providerId="LiveId" clId="{874A0D23-FF0E-40CD-AE58-C898E543E245}" dt="2023-11-30T20:35:05.699" v="52" actId="2696"/>
      <pc:docMkLst>
        <pc:docMk/>
      </pc:docMkLst>
      <pc:sldChg chg="modSp mod">
        <pc:chgData name="James Sommer" userId="f395cb0f48012637" providerId="LiveId" clId="{874A0D23-FF0E-40CD-AE58-C898E543E245}" dt="2023-11-30T20:33:09.619" v="31" actId="20577"/>
        <pc:sldMkLst>
          <pc:docMk/>
          <pc:sldMk cId="760487606" sldId="256"/>
        </pc:sldMkLst>
        <pc:spChg chg="mod">
          <ac:chgData name="James Sommer" userId="f395cb0f48012637" providerId="LiveId" clId="{874A0D23-FF0E-40CD-AE58-C898E543E245}" dt="2023-11-30T20:33:09.619" v="31" actId="20577"/>
          <ac:spMkLst>
            <pc:docMk/>
            <pc:sldMk cId="760487606" sldId="256"/>
            <ac:spMk id="2" creationId="{00000000-0000-0000-0000-000000000000}"/>
          </ac:spMkLst>
        </pc:spChg>
      </pc:sldChg>
      <pc:sldChg chg="del">
        <pc:chgData name="James Sommer" userId="f395cb0f48012637" providerId="LiveId" clId="{874A0D23-FF0E-40CD-AE58-C898E543E245}" dt="2023-11-30T20:34:44.592" v="46" actId="2696"/>
        <pc:sldMkLst>
          <pc:docMk/>
          <pc:sldMk cId="2627817742" sldId="310"/>
        </pc:sldMkLst>
      </pc:sldChg>
      <pc:sldChg chg="modSp mod modAnim">
        <pc:chgData name="James Sommer" userId="f395cb0f48012637" providerId="LiveId" clId="{874A0D23-FF0E-40CD-AE58-C898E543E245}" dt="2023-11-30T20:33:36.307" v="35" actId="6549"/>
        <pc:sldMkLst>
          <pc:docMk/>
          <pc:sldMk cId="3222839442" sldId="311"/>
        </pc:sldMkLst>
        <pc:spChg chg="mod">
          <ac:chgData name="James Sommer" userId="f395cb0f48012637" providerId="LiveId" clId="{874A0D23-FF0E-40CD-AE58-C898E543E245}" dt="2023-11-30T20:33:36.307" v="35" actId="6549"/>
          <ac:spMkLst>
            <pc:docMk/>
            <pc:sldMk cId="3222839442" sldId="311"/>
            <ac:spMk id="2" creationId="{00000000-0000-0000-0000-000000000000}"/>
          </ac:spMkLst>
        </pc:spChg>
        <pc:spChg chg="mod">
          <ac:chgData name="James Sommer" userId="f395cb0f48012637" providerId="LiveId" clId="{874A0D23-FF0E-40CD-AE58-C898E543E245}" dt="2023-11-30T20:33:33.462" v="34" actId="6549"/>
          <ac:spMkLst>
            <pc:docMk/>
            <pc:sldMk cId="3222839442" sldId="311"/>
            <ac:spMk id="3" creationId="{00000000-0000-0000-0000-000000000000}"/>
          </ac:spMkLst>
        </pc:spChg>
      </pc:sldChg>
      <pc:sldChg chg="del">
        <pc:chgData name="James Sommer" userId="f395cb0f48012637" providerId="LiveId" clId="{874A0D23-FF0E-40CD-AE58-C898E543E245}" dt="2023-11-30T20:33:45.494" v="36" actId="2696"/>
        <pc:sldMkLst>
          <pc:docMk/>
          <pc:sldMk cId="2959213992" sldId="312"/>
        </pc:sldMkLst>
      </pc:sldChg>
      <pc:sldChg chg="del">
        <pc:chgData name="James Sommer" userId="f395cb0f48012637" providerId="LiveId" clId="{874A0D23-FF0E-40CD-AE58-C898E543E245}" dt="2023-11-30T20:34:41.972" v="45" actId="2696"/>
        <pc:sldMkLst>
          <pc:docMk/>
          <pc:sldMk cId="797776030" sldId="314"/>
        </pc:sldMkLst>
      </pc:sldChg>
      <pc:sldChg chg="del">
        <pc:chgData name="James Sommer" userId="f395cb0f48012637" providerId="LiveId" clId="{874A0D23-FF0E-40CD-AE58-C898E543E245}" dt="2023-11-30T20:34:48.821" v="47" actId="2696"/>
        <pc:sldMkLst>
          <pc:docMk/>
          <pc:sldMk cId="4121394246" sldId="315"/>
        </pc:sldMkLst>
      </pc:sldChg>
      <pc:sldChg chg="del">
        <pc:chgData name="James Sommer" userId="f395cb0f48012637" providerId="LiveId" clId="{874A0D23-FF0E-40CD-AE58-C898E543E245}" dt="2023-11-30T20:34:51.399" v="48" actId="2696"/>
        <pc:sldMkLst>
          <pc:docMk/>
          <pc:sldMk cId="4202369236" sldId="316"/>
        </pc:sldMkLst>
      </pc:sldChg>
      <pc:sldChg chg="del">
        <pc:chgData name="James Sommer" userId="f395cb0f48012637" providerId="LiveId" clId="{874A0D23-FF0E-40CD-AE58-C898E543E245}" dt="2023-11-30T20:34:55.653" v="49" actId="2696"/>
        <pc:sldMkLst>
          <pc:docMk/>
          <pc:sldMk cId="401177250" sldId="317"/>
        </pc:sldMkLst>
      </pc:sldChg>
      <pc:sldChg chg="modSp mod modAnim">
        <pc:chgData name="James Sommer" userId="f395cb0f48012637" providerId="LiveId" clId="{874A0D23-FF0E-40CD-AE58-C898E543E245}" dt="2023-11-30T20:33:28.531" v="33" actId="6549"/>
        <pc:sldMkLst>
          <pc:docMk/>
          <pc:sldMk cId="2656068651" sldId="318"/>
        </pc:sldMkLst>
        <pc:spChg chg="mod">
          <ac:chgData name="James Sommer" userId="f395cb0f48012637" providerId="LiveId" clId="{874A0D23-FF0E-40CD-AE58-C898E543E245}" dt="2023-11-30T20:33:28.531" v="33" actId="6549"/>
          <ac:spMkLst>
            <pc:docMk/>
            <pc:sldMk cId="2656068651" sldId="318"/>
            <ac:spMk id="2" creationId="{00000000-0000-0000-0000-000000000000}"/>
          </ac:spMkLst>
        </pc:spChg>
        <pc:spChg chg="mod">
          <ac:chgData name="James Sommer" userId="f395cb0f48012637" providerId="LiveId" clId="{874A0D23-FF0E-40CD-AE58-C898E543E245}" dt="2023-11-30T20:33:24.779" v="32" actId="6549"/>
          <ac:spMkLst>
            <pc:docMk/>
            <pc:sldMk cId="2656068651" sldId="318"/>
            <ac:spMk id="3" creationId="{00000000-0000-0000-0000-000000000000}"/>
          </ac:spMkLst>
        </pc:spChg>
      </pc:sldChg>
      <pc:sldChg chg="del">
        <pc:chgData name="James Sommer" userId="f395cb0f48012637" providerId="LiveId" clId="{874A0D23-FF0E-40CD-AE58-C898E543E245}" dt="2023-11-30T20:34:30.465" v="42" actId="2696"/>
        <pc:sldMkLst>
          <pc:docMk/>
          <pc:sldMk cId="4045739854" sldId="327"/>
        </pc:sldMkLst>
      </pc:sldChg>
      <pc:sldChg chg="del">
        <pc:chgData name="James Sommer" userId="f395cb0f48012637" providerId="LiveId" clId="{874A0D23-FF0E-40CD-AE58-C898E543E245}" dt="2023-11-30T20:34:13.790" v="39" actId="2696"/>
        <pc:sldMkLst>
          <pc:docMk/>
          <pc:sldMk cId="4252290604" sldId="328"/>
        </pc:sldMkLst>
      </pc:sldChg>
      <pc:sldChg chg="del">
        <pc:chgData name="James Sommer" userId="f395cb0f48012637" providerId="LiveId" clId="{874A0D23-FF0E-40CD-AE58-C898E543E245}" dt="2023-11-30T20:34:19.714" v="40" actId="2696"/>
        <pc:sldMkLst>
          <pc:docMk/>
          <pc:sldMk cId="1971830365" sldId="329"/>
        </pc:sldMkLst>
      </pc:sldChg>
      <pc:sldChg chg="del">
        <pc:chgData name="James Sommer" userId="f395cb0f48012637" providerId="LiveId" clId="{874A0D23-FF0E-40CD-AE58-C898E543E245}" dt="2023-11-30T20:34:58.608" v="50" actId="2696"/>
        <pc:sldMkLst>
          <pc:docMk/>
          <pc:sldMk cId="3929535692" sldId="330"/>
        </pc:sldMkLst>
      </pc:sldChg>
      <pc:sldChg chg="del">
        <pc:chgData name="James Sommer" userId="f395cb0f48012637" providerId="LiveId" clId="{874A0D23-FF0E-40CD-AE58-C898E543E245}" dt="2023-11-30T20:35:05.699" v="52" actId="2696"/>
        <pc:sldMkLst>
          <pc:docMk/>
          <pc:sldMk cId="2981556149" sldId="331"/>
        </pc:sldMkLst>
      </pc:sldChg>
      <pc:sldChg chg="del">
        <pc:chgData name="James Sommer" userId="f395cb0f48012637" providerId="LiveId" clId="{874A0D23-FF0E-40CD-AE58-C898E543E245}" dt="2023-11-30T20:34:35.892" v="44" actId="2696"/>
        <pc:sldMkLst>
          <pc:docMk/>
          <pc:sldMk cId="2621927265" sldId="332"/>
        </pc:sldMkLst>
      </pc:sldChg>
      <pc:sldChg chg="del">
        <pc:chgData name="James Sommer" userId="f395cb0f48012637" providerId="LiveId" clId="{874A0D23-FF0E-40CD-AE58-C898E543E245}" dt="2023-11-30T20:34:32.989" v="43" actId="2696"/>
        <pc:sldMkLst>
          <pc:docMk/>
          <pc:sldMk cId="3150149121" sldId="339"/>
        </pc:sldMkLst>
      </pc:sldChg>
      <pc:sldChg chg="del">
        <pc:chgData name="James Sommer" userId="f395cb0f48012637" providerId="LiveId" clId="{874A0D23-FF0E-40CD-AE58-C898E543E245}" dt="2023-11-30T20:34:30.465" v="42" actId="2696"/>
        <pc:sldMkLst>
          <pc:docMk/>
          <pc:sldMk cId="3560281726" sldId="340"/>
        </pc:sldMkLst>
      </pc:sldChg>
      <pc:sldChg chg="del">
        <pc:chgData name="James Sommer" userId="f395cb0f48012637" providerId="LiveId" clId="{874A0D23-FF0E-40CD-AE58-C898E543E245}" dt="2023-11-30T20:34:30.465" v="42" actId="2696"/>
        <pc:sldMkLst>
          <pc:docMk/>
          <pc:sldMk cId="3781501632" sldId="341"/>
        </pc:sldMkLst>
      </pc:sldChg>
      <pc:sldChg chg="del">
        <pc:chgData name="James Sommer" userId="f395cb0f48012637" providerId="LiveId" clId="{874A0D23-FF0E-40CD-AE58-C898E543E245}" dt="2023-11-30T20:34:24.615" v="41" actId="2696"/>
        <pc:sldMkLst>
          <pc:docMk/>
          <pc:sldMk cId="1303757122" sldId="342"/>
        </pc:sldMkLst>
      </pc:sldChg>
      <pc:sldChg chg="del">
        <pc:chgData name="James Sommer" userId="f395cb0f48012637" providerId="LiveId" clId="{874A0D23-FF0E-40CD-AE58-C898E543E245}" dt="2023-11-30T20:35:02.296" v="51" actId="2696"/>
        <pc:sldMkLst>
          <pc:docMk/>
          <pc:sldMk cId="236172785" sldId="343"/>
        </pc:sldMkLst>
      </pc:sldChg>
      <pc:sldChg chg="add del">
        <pc:chgData name="James Sommer" userId="f395cb0f48012637" providerId="LiveId" clId="{874A0D23-FF0E-40CD-AE58-C898E543E245}" dt="2023-11-30T20:34:10.029" v="38" actId="2696"/>
        <pc:sldMkLst>
          <pc:docMk/>
          <pc:sldMk cId="2057053896" sldId="344"/>
        </pc:sldMkLst>
      </pc:sldChg>
      <pc:sldChg chg="add del replId">
        <pc:chgData name="James Sommer" userId="f395cb0f48012637" providerId="LiveId" clId="{874A0D23-FF0E-40CD-AE58-C898E543E245}" dt="2023-11-30T20:34:10.029" v="38" actId="2696"/>
        <pc:sldMkLst>
          <pc:docMk/>
          <pc:sldMk cId="338309512" sldId="345"/>
        </pc:sldMkLst>
      </pc:sldChg>
      <pc:sldChg chg="add del replId">
        <pc:chgData name="James Sommer" userId="f395cb0f48012637" providerId="LiveId" clId="{874A0D23-FF0E-40CD-AE58-C898E543E245}" dt="2023-11-30T20:34:10.029" v="38" actId="2696"/>
        <pc:sldMkLst>
          <pc:docMk/>
          <pc:sldMk cId="3722293337" sldId="346"/>
        </pc:sldMkLst>
      </pc:sldChg>
      <pc:sldChg chg="add del replId">
        <pc:chgData name="James Sommer" userId="f395cb0f48012637" providerId="LiveId" clId="{874A0D23-FF0E-40CD-AE58-C898E543E245}" dt="2023-11-30T20:34:10.029" v="38" actId="2696"/>
        <pc:sldMkLst>
          <pc:docMk/>
          <pc:sldMk cId="3235734311" sldId="347"/>
        </pc:sldMkLst>
      </pc:sldChg>
      <pc:sldChg chg="add del replId">
        <pc:chgData name="James Sommer" userId="f395cb0f48012637" providerId="LiveId" clId="{874A0D23-FF0E-40CD-AE58-C898E543E245}" dt="2023-11-30T20:34:10.029" v="38" actId="2696"/>
        <pc:sldMkLst>
          <pc:docMk/>
          <pc:sldMk cId="2841220328" sldId="348"/>
        </pc:sldMkLst>
      </pc:sldChg>
      <pc:sldChg chg="add del replId">
        <pc:chgData name="James Sommer" userId="f395cb0f48012637" providerId="LiveId" clId="{874A0D23-FF0E-40CD-AE58-C898E543E245}" dt="2023-11-30T20:34:10.029" v="38" actId="2696"/>
        <pc:sldMkLst>
          <pc:docMk/>
          <pc:sldMk cId="499866817" sldId="349"/>
        </pc:sldMkLst>
      </pc:sldChg>
    </pc:docChg>
  </pc:docChgLst>
</pc:chgInfo>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2/23/2026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slideLayouts/slideLayout14.xml" Type="http://schemas.openxmlformats.org/officeDocument/2006/relationships/slideLayout"/><Relationship Id="rId15" Target="../slideLayouts/slideLayout15.xml" Type="http://schemas.openxmlformats.org/officeDocument/2006/relationships/slideLayout"/><Relationship Id="rId16" Target="../slideLayouts/slideLayout16.xml" Type="http://schemas.openxmlformats.org/officeDocument/2006/relationships/slideLayout"/><Relationship Id="rId17"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 Id="rId3" Target="../media/image2.wmf"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 Id="rId3" Target="../media/image3.wm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6.png" Type="http://schemas.openxmlformats.org/officeDocument/2006/relationships/image"/><Relationship Id="rId3" Target="../media/image4.wmf"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wmf"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 Id="rId2" Target="../embeddings/Microsoft_Word_Document.docx" Type="http://schemas.openxmlformats.org/officeDocument/2006/relationships/package"/><Relationship Id="rId3" Target="../media/image5.emf"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embeddings/Microsoft_Word_Document1.docx" Type="http://schemas.openxmlformats.org/officeDocument/2006/relationships/package"/><Relationship Id="rId3" Target="../media/image6.emf"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4.png" Type="http://schemas.openxmlformats.org/officeDocument/2006/relationships/image"/></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ctrTitle"/>
          </p:nvPr>
        </p:nvSpPr>
        <p:spPr>
          <a:xfrm>
            <a:off x="373223" y="482816"/>
            <a:ext cx="9274629" cy="1646302"/>
          </a:xfrm>
        </p:spPr>
        <p:txBody>
          <a:bodyPr/>
          <a:lstStyle/>
          <a:p>
            <a:r>
              <a:rPr dirty="0" lang="en-US" sz="4800">
                <a:solidFill>
                  <a:srgbClr val="1391BC"/>
                </a:solidFill>
              </a:rPr>
              <a:t>Lab 9:Period of a Pendulum</a:t>
            </a:r>
          </a:p>
        </p:txBody>
      </p:sp>
      <p:sp>
        <p:nvSpPr>
          <p:cNvPr id="3" name="Subtitle 2"/>
          <p:cNvSpPr>
            <a:spLocks noGrp="1"/>
          </p:cNvSpPr>
          <p:nvPr>
            <p:ph idx="1" type="subTitle"/>
          </p:nvPr>
        </p:nvSpPr>
        <p:spPr>
          <a:xfrm>
            <a:off x="1507067" y="2698286"/>
            <a:ext cx="7766936" cy="1096899"/>
          </a:xfrm>
        </p:spPr>
        <p:txBody>
          <a:bodyPr>
            <a:normAutofit/>
          </a:bodyPr>
          <a:lstStyle/>
          <a:p>
            <a:r>
              <a:rPr dirty="0" lang="en-US"/>
              <a:t>St. Petersburg College</a:t>
            </a:r>
          </a:p>
          <a:p>
            <a:endParaRPr dirty="0" lang="en-US"/>
          </a:p>
        </p:txBody>
      </p:sp>
      <p:pic>
        <p:nvPicPr>
          <p:cNvPr descr="The image shows the logo of St. Petersburg College, featuring a blue circular emblem with a white border. Inside, there is a shield with a book and a torch, and the text 'St. Petersburg College' and 'Established 1927' surrounding the shield."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p14:dur="4000" spd="slow">
        <p14:vortex dir="r"/>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2" presetSubtype="4">
                                  <p:stCondLst>
                                    <p:cond delay="0"/>
                                  </p:stCondLst>
                                  <p:childTnLst>
                                    <p:set>
                                      <p:cBhvr>
                                        <p:cTn dur="1" fill="hold" id="10">
                                          <p:stCondLst>
                                            <p:cond delay="0"/>
                                          </p:stCondLst>
                                        </p:cTn>
                                        <p:tgtEl>
                                          <p:spTgt spid="4"/>
                                        </p:tgtEl>
                                        <p:attrNameLst>
                                          <p:attrName>style.visibility</p:attrName>
                                        </p:attrNameLst>
                                      </p:cBhvr>
                                      <p:to>
                                        <p:strVal val="visible"/>
                                      </p:to>
                                    </p:set>
                                    <p:anim calcmode="lin" valueType="num">
                                      <p:cBhvr additive="base">
                                        <p:cTn dur="2500" fill="hold" id="11"/>
                                        <p:tgtEl>
                                          <p:spTgt spid="4"/>
                                        </p:tgtEl>
                                        <p:attrNameLst>
                                          <p:attrName>ppt_x</p:attrName>
                                        </p:attrNameLst>
                                      </p:cBhvr>
                                      <p:tavLst>
                                        <p:tav tm="0">
                                          <p:val>
                                            <p:strVal val="#ppt_x"/>
                                          </p:val>
                                        </p:tav>
                                        <p:tav tm="100000">
                                          <p:val>
                                            <p:strVal val="#ppt_x"/>
                                          </p:val>
                                        </p:tav>
                                      </p:tavLst>
                                    </p:anim>
                                    <p:anim calcmode="lin" valueType="num">
                                      <p:cBhvr additive="base">
                                        <p:cTn dur="2500" fill="hold" id="12"/>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798632" y="177281"/>
            <a:ext cx="8596668" cy="864637"/>
          </a:xfrm>
        </p:spPr>
        <p:txBody>
          <a:bodyPr/>
          <a:lstStyle/>
          <a:p>
            <a:r>
              <a:rPr dirty="0" lang="en-US">
                <a:solidFill>
                  <a:srgbClr val="1391BC"/>
                </a:solidFill>
              </a:rPr>
              <a:t>Introduction</a:t>
            </a:r>
          </a:p>
        </p:txBody>
      </p:sp>
      <mc:AlternateContent xmlns:a14="http://schemas.microsoft.com/office/drawing/2010/main" xmlns:mc="http://schemas.openxmlformats.org/markup-compatibility/2006">
        <mc:Choice Requires="a14">
          <p:sp>
            <p:nvSpPr>
              <p:cNvPr id="5" name="Content Placeholder 4">
                <a:extLst>
                  <a:ext uri="{FF2B5EF4-FFF2-40B4-BE49-F238E27FC236}">
                    <a16:creationId xmlns:a16="http://schemas.microsoft.com/office/drawing/2014/main" id="{225A6432-DE37-33B9-AC0A-04803384214C}"/>
                  </a:ext>
                </a:extLst>
              </p:cNvPr>
              <p:cNvSpPr>
                <a:spLocks noGrp="1"/>
              </p:cNvSpPr>
              <p:nvPr>
                <p:ph idx="1"/>
              </p:nvPr>
            </p:nvSpPr>
            <p:spPr>
              <a:xfrm>
                <a:off x="677334" y="884903"/>
                <a:ext cx="7402976" cy="5711840"/>
              </a:xfrm>
            </p:spPr>
            <p:txBody>
              <a:bodyPr>
                <a:normAutofit fontScale="92500" lnSpcReduction="10000"/>
              </a:bodyPr>
              <a:lstStyle/>
              <a:p>
                <a:pPr indent="0" marL="0">
                  <a:buNone/>
                </a:pPr>
                <a:r>
                  <a:rPr dirty="0" lang="en-US" sz="2400"/>
                  <a:t>Purpose:  </a:t>
                </a:r>
                <a:r>
                  <a:rPr dirty="0" lang="en-US"/>
                  <a:t>The purpose of this lab is to investigate the parameters affecting the period of a pendulum and to experimentally determine the value of g by measuring the period.</a:t>
                </a:r>
              </a:p>
              <a:p>
                <a:endParaRPr dirty="0" lang="en-US"/>
              </a:p>
              <a:p>
                <a:pPr indent="0" marL="0">
                  <a:buNone/>
                </a:pPr>
                <a:r>
                  <a:rPr dirty="0" lang="en-US" sz="2400"/>
                  <a:t>Theory: </a:t>
                </a:r>
              </a:p>
              <a:p>
                <a:pPr indent="0" marL="0">
                  <a:buNone/>
                </a:pPr>
                <a:r>
                  <a:rPr dirty="0" lang="en-US"/>
                  <a:t>The period, </a:t>
                </a:r>
                <a14:m>
                  <m:oMath xmlns:m="http://schemas.openxmlformats.org/officeDocument/2006/math">
                    <m:r>
                      <a:rPr dirty="0" i="1" lang="en-US" smtClean="0">
                        <a:latin charset="0" panose="02040503050406030204" pitchFamily="18" typeface="Cambria Math"/>
                      </a:rPr>
                      <m:t>𝑇</m:t>
                    </m:r>
                  </m:oMath>
                </a14:m>
                <a:r>
                  <a:rPr dirty="0" lang="en-US"/>
                  <a:t>, of a simple pendulum below is usually expressed as a function of the length of the pendulum from the pivot point to the center of mass, </a:t>
                </a:r>
                <a14:m>
                  <m:oMath xmlns:m="http://schemas.openxmlformats.org/officeDocument/2006/math">
                    <m:r>
                      <a:rPr dirty="0" i="1" lang="en-US" smtClean="0">
                        <a:latin charset="0" panose="02040503050406030204" pitchFamily="18" typeface="Cambria Math"/>
                      </a:rPr>
                      <m:t>𝐿</m:t>
                    </m:r>
                  </m:oMath>
                </a14:m>
                <a:r>
                  <a:rPr dirty="0" lang="en-US"/>
                  <a:t> , and the acceleration due to gravity, </a:t>
                </a:r>
                <a14:m>
                  <m:oMath xmlns:m="http://schemas.openxmlformats.org/officeDocument/2006/math">
                    <m:r>
                      <a:rPr dirty="0" i="1" lang="en-US" smtClean="0">
                        <a:latin charset="0" panose="02040503050406030204" pitchFamily="18" typeface="Cambria Math"/>
                      </a:rPr>
                      <m:t>𝑔</m:t>
                    </m:r>
                  </m:oMath>
                </a14:m>
                <a:r>
                  <a:rPr dirty="0" lang="en-US"/>
                  <a:t>, as</a:t>
                </a:r>
              </a:p>
              <a:p>
                <a:pPr indent="0" marL="0">
                  <a:buNone/>
                </a:pPr>
                <a14:m>
                  <m:oMathPara xmlns:m="http://schemas.openxmlformats.org/officeDocument/2006/math">
                    <m:oMathParaPr>
                      <m:jc m:val="centerGroup"/>
                    </m:oMathParaPr>
                    <m:oMath>
                      <m:r>
                        <a:rPr b="0" i="1" lang="en-US" smtClean="0" sz="1800">
                          <a:solidFill>
                            <a:schemeClr val="tx1"/>
                          </a:solidFill>
                          <a:latin typeface="Cambria Math"/>
                        </a:rPr>
                        <m:t>𝑇</m:t>
                      </m:r>
                      <m:r>
                        <a:rPr b="0" i="1" lang="en-US" smtClean="0" sz="1800">
                          <a:solidFill>
                            <a:schemeClr val="tx1"/>
                          </a:solidFill>
                          <a:latin typeface="Cambria Math"/>
                        </a:rPr>
                        <m:t>=2</m:t>
                      </m:r>
                      <m:r>
                        <a:rPr b="0" i="1" lang="en-US" smtClean="0" sz="1800">
                          <a:solidFill>
                            <a:schemeClr val="tx1"/>
                          </a:solidFill>
                          <a:latin typeface="Cambria Math"/>
                          <a:ea typeface="Cambria Math"/>
                        </a:rPr>
                        <m:t>𝜋</m:t>
                      </m:r>
                      <m:rad>
                        <m:radPr>
                          <m:degHide m:val="on"/>
                          <m:ctrlPr>
                            <a:rPr b="0" i="1" lang="en-US" smtClean="0" sz="1800">
                              <a:solidFill>
                                <a:schemeClr val="tx1"/>
                              </a:solidFill>
                              <a:latin charset="0" panose="02040503050406030204" pitchFamily="18" typeface="Cambria Math"/>
                              <a:ea typeface="Cambria Math"/>
                            </a:rPr>
                          </m:ctrlPr>
                        </m:radPr>
                        <m:deg/>
                        <m:e>
                          <m:f>
                            <m:fPr>
                              <m:ctrlPr>
                                <a:rPr b="0" i="1" lang="en-US" smtClean="0" sz="1800">
                                  <a:solidFill>
                                    <a:schemeClr val="tx1"/>
                                  </a:solidFill>
                                  <a:latin charset="0" panose="02040503050406030204" pitchFamily="18" typeface="Cambria Math"/>
                                  <a:ea typeface="Cambria Math"/>
                                </a:rPr>
                              </m:ctrlPr>
                            </m:fPr>
                            <m:num>
                              <m:r>
                                <a:rPr b="0" i="1" lang="en-US" smtClean="0" sz="1800">
                                  <a:solidFill>
                                    <a:schemeClr val="tx1"/>
                                  </a:solidFill>
                                  <a:latin typeface="Cambria Math"/>
                                  <a:ea typeface="Cambria Math"/>
                                </a:rPr>
                                <m:t>𝐿</m:t>
                              </m:r>
                            </m:num>
                            <m:den>
                              <m:r>
                                <a:rPr b="0" i="1" lang="en-US" smtClean="0" sz="1800">
                                  <a:solidFill>
                                    <a:schemeClr val="tx1"/>
                                  </a:solidFill>
                                  <a:latin typeface="Cambria Math"/>
                                  <a:ea typeface="Cambria Math"/>
                                </a:rPr>
                                <m:t>𝑔</m:t>
                              </m:r>
                            </m:den>
                          </m:f>
                        </m:e>
                      </m:rad>
                    </m:oMath>
                  </m:oMathPara>
                </a14:m>
                <a:endParaRPr dirty="0" lang="en-US">
                  <a:solidFill>
                    <a:schemeClr val="tx1"/>
                  </a:solidFill>
                </a:endParaRPr>
              </a:p>
              <a:p>
                <a:pPr indent="0" marL="0">
                  <a:buNone/>
                </a:pPr>
                <a:r>
                  <a:rPr dirty="0" lang="en-US">
                    <a:solidFill>
                      <a:schemeClr val="tx1"/>
                    </a:solidFill>
                  </a:rPr>
                  <a:t>The actual period, </a:t>
                </a:r>
                <a14:m>
                  <m:oMath xmlns:m="http://schemas.openxmlformats.org/officeDocument/2006/math">
                    <m:r>
                      <a:rPr dirty="0" i="1" lang="en-US" smtClean="0">
                        <a:latin charset="0" panose="02040503050406030204" pitchFamily="18" typeface="Cambria Math"/>
                      </a:rPr>
                      <m:t>𝑇</m:t>
                    </m:r>
                  </m:oMath>
                </a14:m>
                <a:r>
                  <a:rPr dirty="0" lang="en-US">
                    <a:solidFill>
                      <a:schemeClr val="tx1"/>
                    </a:solidFill>
                  </a:rPr>
                  <a:t>, is a more complicated function of the angle,</a:t>
                </a:r>
                <a:r>
                  <a:rPr dirty="0" lang="en-US">
                    <a:solidFill>
                      <a:schemeClr val="tx1"/>
                    </a:solidFill>
                    <a:ea typeface="Cambria Math"/>
                  </a:rPr>
                  <a:t> </a:t>
                </a:r>
                <a14:m>
                  <m:oMath xmlns:m="http://schemas.openxmlformats.org/officeDocument/2006/math">
                    <m:sSub>
                      <m:sSubPr>
                        <m:ctrlPr>
                          <a:rPr i="1" lang="en-US">
                            <a:solidFill>
                              <a:schemeClr val="tx1"/>
                            </a:solidFill>
                            <a:latin charset="0" panose="02040503050406030204" pitchFamily="18" typeface="Cambria Math"/>
                            <a:ea typeface="Cambria Math"/>
                          </a:rPr>
                        </m:ctrlPr>
                      </m:sSubPr>
                      <m:e>
                        <m:r>
                          <a:rPr i="1" lang="en-US">
                            <a:solidFill>
                              <a:schemeClr val="tx1"/>
                            </a:solidFill>
                            <a:latin charset="0" panose="02040503050406030204" pitchFamily="18" typeface="Cambria Math"/>
                            <a:ea charset="0" panose="02040503050406030204" pitchFamily="18" typeface="Cambria Math"/>
                          </a:rPr>
                          <m:t>𝜑</m:t>
                        </m:r>
                      </m:e>
                      <m:sub>
                        <m:r>
                          <a:rPr i="1" lang="en-US">
                            <a:solidFill>
                              <a:schemeClr val="tx1"/>
                            </a:solidFill>
                            <a:latin charset="0" panose="02040503050406030204" pitchFamily="18" typeface="Cambria Math"/>
                            <a:ea typeface="Cambria Math"/>
                          </a:rPr>
                          <m:t>0</m:t>
                        </m:r>
                      </m:sub>
                    </m:sSub>
                  </m:oMath>
                </a14:m>
                <a:r>
                  <a:rPr dirty="0" lang="en-US">
                    <a:solidFill>
                      <a:schemeClr val="tx1"/>
                    </a:solidFill>
                  </a:rPr>
                  <a:t>, as follows:</a:t>
                </a:r>
              </a:p>
              <a:p>
                <a:pPr algn="ctr" indent="0" marL="0">
                  <a:buNone/>
                </a:pPr>
                <a:r>
                  <a:rPr dirty="0" lang="en-US">
                    <a:solidFill>
                      <a:schemeClr val="tx1"/>
                    </a:solidFill>
                  </a:rPr>
                  <a:t> </a:t>
                </a:r>
                <a14:m>
                  <m:oMath xmlns:m="http://schemas.openxmlformats.org/officeDocument/2006/math">
                    <m:r>
                      <a:rPr b="0" i="1" lang="en-US" smtClean="0" sz="1800">
                        <a:solidFill>
                          <a:schemeClr val="tx1"/>
                        </a:solidFill>
                        <a:latin typeface="Cambria Math"/>
                      </a:rPr>
                      <m:t>𝑇</m:t>
                    </m:r>
                    <m:r>
                      <a:rPr b="0" i="1" lang="en-US" smtClean="0" sz="1800">
                        <a:solidFill>
                          <a:schemeClr val="tx1"/>
                        </a:solidFill>
                        <a:latin typeface="Cambria Math"/>
                      </a:rPr>
                      <m:t>=2</m:t>
                    </m:r>
                    <m:r>
                      <a:rPr b="0" i="1" lang="en-US" smtClean="0" sz="1800">
                        <a:solidFill>
                          <a:schemeClr val="tx1"/>
                        </a:solidFill>
                        <a:latin typeface="Cambria Math"/>
                        <a:ea typeface="Cambria Math"/>
                      </a:rPr>
                      <m:t>𝜋</m:t>
                    </m:r>
                    <m:rad>
                      <m:radPr>
                        <m:degHide m:val="on"/>
                        <m:ctrlPr>
                          <a:rPr b="0" i="1" lang="en-US" smtClean="0" sz="1800">
                            <a:solidFill>
                              <a:schemeClr val="tx1"/>
                            </a:solidFill>
                            <a:latin charset="0" panose="02040503050406030204" pitchFamily="18" typeface="Cambria Math"/>
                            <a:ea typeface="Cambria Math"/>
                          </a:rPr>
                        </m:ctrlPr>
                      </m:radPr>
                      <m:deg/>
                      <m:e>
                        <m:f>
                          <m:fPr>
                            <m:ctrlPr>
                              <a:rPr b="0" i="1" lang="en-US" smtClean="0" sz="1800">
                                <a:solidFill>
                                  <a:schemeClr val="tx1"/>
                                </a:solidFill>
                                <a:latin charset="0" panose="02040503050406030204" pitchFamily="18" typeface="Cambria Math"/>
                                <a:ea typeface="Cambria Math"/>
                              </a:rPr>
                            </m:ctrlPr>
                          </m:fPr>
                          <m:num>
                            <m:r>
                              <a:rPr b="0" i="1" lang="en-US" smtClean="0" sz="1800">
                                <a:solidFill>
                                  <a:schemeClr val="tx1"/>
                                </a:solidFill>
                                <a:latin typeface="Cambria Math"/>
                                <a:ea typeface="Cambria Math"/>
                              </a:rPr>
                              <m:t>𝐿</m:t>
                            </m:r>
                          </m:num>
                          <m:den>
                            <m:r>
                              <a:rPr b="0" i="1" lang="en-US" smtClean="0" sz="1800">
                                <a:solidFill>
                                  <a:schemeClr val="tx1"/>
                                </a:solidFill>
                                <a:latin typeface="Cambria Math"/>
                                <a:ea typeface="Cambria Math"/>
                              </a:rPr>
                              <m:t>𝑔</m:t>
                            </m:r>
                          </m:den>
                        </m:f>
                      </m:e>
                    </m:rad>
                    <m:d>
                      <m:dPr>
                        <m:begChr m:val="["/>
                        <m:endChr m:val="]"/>
                        <m:ctrlPr>
                          <a:rPr b="0" i="1" lang="en-US" smtClean="0" sz="1800">
                            <a:solidFill>
                              <a:schemeClr val="tx1"/>
                            </a:solidFill>
                            <a:latin charset="0" panose="02040503050406030204" pitchFamily="18" typeface="Cambria Math"/>
                            <a:ea typeface="Cambria Math"/>
                          </a:rPr>
                        </m:ctrlPr>
                      </m:dPr>
                      <m:e>
                        <m:r>
                          <a:rPr b="0" i="1" lang="en-US" smtClean="0" sz="1800">
                            <a:solidFill>
                              <a:schemeClr val="tx1"/>
                            </a:solidFill>
                            <a:latin charset="0" panose="02040503050406030204" pitchFamily="18" typeface="Cambria Math"/>
                            <a:ea typeface="Cambria Math"/>
                          </a:rPr>
                          <m:t>1+</m:t>
                        </m:r>
                        <m:f>
                          <m:fPr>
                            <m:ctrlPr>
                              <a:rPr b="0" i="1" lang="en-US" smtClean="0" sz="1800">
                                <a:solidFill>
                                  <a:schemeClr val="tx1"/>
                                </a:solidFill>
                                <a:latin charset="0" panose="02040503050406030204" pitchFamily="18" typeface="Cambria Math"/>
                                <a:ea typeface="Cambria Math"/>
                              </a:rPr>
                            </m:ctrlPr>
                          </m:fPr>
                          <m:num>
                            <m:r>
                              <a:rPr b="0" i="1" lang="en-US" smtClean="0" sz="1800">
                                <a:solidFill>
                                  <a:schemeClr val="tx1"/>
                                </a:solidFill>
                                <a:latin charset="0" panose="02040503050406030204" pitchFamily="18" typeface="Cambria Math"/>
                                <a:ea typeface="Cambria Math"/>
                              </a:rPr>
                              <m:t>1</m:t>
                            </m:r>
                          </m:num>
                          <m:den>
                            <m:sSup>
                              <m:sSupPr>
                                <m:ctrlPr>
                                  <a:rPr b="0" i="1" lang="en-US" smtClean="0" sz="1800">
                                    <a:solidFill>
                                      <a:schemeClr val="tx1"/>
                                    </a:solidFill>
                                    <a:latin charset="0" panose="02040503050406030204" pitchFamily="18" typeface="Cambria Math"/>
                                    <a:ea typeface="Cambria Math"/>
                                  </a:rPr>
                                </m:ctrlPr>
                              </m:sSupPr>
                              <m:e>
                                <m:r>
                                  <a:rPr b="0" i="1" lang="en-US" smtClean="0" sz="1800">
                                    <a:solidFill>
                                      <a:schemeClr val="tx1"/>
                                    </a:solidFill>
                                    <a:latin charset="0" panose="02040503050406030204" pitchFamily="18" typeface="Cambria Math"/>
                                    <a:ea typeface="Cambria Math"/>
                                  </a:rPr>
                                  <m:t>2</m:t>
                                </m:r>
                              </m:e>
                              <m:sup>
                                <m:r>
                                  <a:rPr b="0" i="1" lang="en-US" smtClean="0" sz="1800">
                                    <a:solidFill>
                                      <a:schemeClr val="tx1"/>
                                    </a:solidFill>
                                    <a:latin charset="0" panose="02040503050406030204" pitchFamily="18" typeface="Cambria Math"/>
                                    <a:ea typeface="Cambria Math"/>
                                  </a:rPr>
                                  <m:t>2</m:t>
                                </m:r>
                              </m:sup>
                            </m:sSup>
                          </m:den>
                        </m:f>
                        <m:func>
                          <m:funcPr>
                            <m:ctrlPr>
                              <a:rPr b="0" i="1" lang="en-US" smtClean="0" sz="1800">
                                <a:solidFill>
                                  <a:schemeClr val="tx1"/>
                                </a:solidFill>
                                <a:latin charset="0" panose="02040503050406030204" pitchFamily="18" typeface="Cambria Math"/>
                                <a:ea typeface="Cambria Math"/>
                              </a:rPr>
                            </m:ctrlPr>
                          </m:funcPr>
                          <m:fName>
                            <m:sSup>
                              <m:sSupPr>
                                <m:ctrlPr>
                                  <a:rPr b="0" i="1" lang="en-US" smtClean="0" sz="1800">
                                    <a:solidFill>
                                      <a:schemeClr val="tx1"/>
                                    </a:solidFill>
                                    <a:latin charset="0" panose="02040503050406030204" pitchFamily="18" typeface="Cambria Math"/>
                                    <a:ea typeface="Cambria Math"/>
                                  </a:rPr>
                                </m:ctrlPr>
                              </m:sSupPr>
                              <m:e>
                                <m:r>
                                  <a:rPr b="0" i="1" lang="en-US" smtClean="0" sz="1800">
                                    <a:solidFill>
                                      <a:schemeClr val="tx1"/>
                                    </a:solidFill>
                                    <a:latin charset="0" panose="02040503050406030204" pitchFamily="18" typeface="Cambria Math"/>
                                    <a:ea typeface="Cambria Math"/>
                                  </a:rPr>
                                  <m:t>𝑠𝑖𝑛</m:t>
                                </m:r>
                              </m:e>
                              <m:sup>
                                <m:r>
                                  <a:rPr b="0" i="1" lang="en-US" smtClean="0" sz="1800">
                                    <a:solidFill>
                                      <a:schemeClr val="tx1"/>
                                    </a:solidFill>
                                    <a:latin charset="0" panose="02040503050406030204" pitchFamily="18" typeface="Cambria Math"/>
                                    <a:ea typeface="Cambria Math"/>
                                  </a:rPr>
                                  <m:t>2</m:t>
                                </m:r>
                              </m:sup>
                            </m:sSup>
                          </m:fName>
                          <m:e>
                            <m:f>
                              <m:fPr>
                                <m:ctrlPr>
                                  <a:rPr b="0" i="1" lang="en-US" smtClean="0" sz="1800">
                                    <a:solidFill>
                                      <a:schemeClr val="tx1"/>
                                    </a:solidFill>
                                    <a:latin charset="0" panose="02040503050406030204" pitchFamily="18" typeface="Cambria Math"/>
                                    <a:ea typeface="Cambria Math"/>
                                  </a:rPr>
                                </m:ctrlPr>
                              </m:fPr>
                              <m:num>
                                <m:r>
                                  <a:rPr b="0" i="1" lang="en-US" smtClean="0" sz="1800">
                                    <a:solidFill>
                                      <a:schemeClr val="tx1"/>
                                    </a:solidFill>
                                    <a:latin charset="0" panose="02040503050406030204" pitchFamily="18" typeface="Cambria Math"/>
                                    <a:ea typeface="Cambria Math"/>
                                  </a:rPr>
                                  <m:t>1</m:t>
                                </m:r>
                              </m:num>
                              <m:den>
                                <m:r>
                                  <a:rPr b="0" i="1" lang="en-US" smtClean="0" sz="1800">
                                    <a:solidFill>
                                      <a:schemeClr val="tx1"/>
                                    </a:solidFill>
                                    <a:latin charset="0" panose="02040503050406030204" pitchFamily="18" typeface="Cambria Math"/>
                                    <a:ea typeface="Cambria Math"/>
                                  </a:rPr>
                                  <m:t>2</m:t>
                                </m:r>
                              </m:den>
                            </m:f>
                            <m:sSub>
                              <m:sSubPr>
                                <m:ctrlPr>
                                  <a:rPr b="0" i="1" lang="en-US" smtClean="0" sz="1800">
                                    <a:solidFill>
                                      <a:schemeClr val="tx1"/>
                                    </a:solidFill>
                                    <a:latin charset="0" panose="02040503050406030204" pitchFamily="18" typeface="Cambria Math"/>
                                    <a:ea typeface="Cambria Math"/>
                                  </a:rPr>
                                </m:ctrlPr>
                              </m:sSubPr>
                              <m:e>
                                <m:r>
                                  <a:rPr b="0" i="1" lang="en-US" smtClean="0" sz="1800">
                                    <a:solidFill>
                                      <a:schemeClr val="tx1"/>
                                    </a:solidFill>
                                    <a:latin charset="0" panose="02040503050406030204" pitchFamily="18" typeface="Cambria Math"/>
                                    <a:ea charset="0" panose="02040503050406030204" pitchFamily="18" typeface="Cambria Math"/>
                                  </a:rPr>
                                  <m:t>𝜑</m:t>
                                </m:r>
                              </m:e>
                              <m:sub>
                                <m:r>
                                  <a:rPr b="0" i="1" lang="en-US" smtClean="0" sz="1800">
                                    <a:solidFill>
                                      <a:schemeClr val="tx1"/>
                                    </a:solidFill>
                                    <a:latin charset="0" panose="02040503050406030204" pitchFamily="18" typeface="Cambria Math"/>
                                    <a:ea typeface="Cambria Math"/>
                                  </a:rPr>
                                  <m:t>0</m:t>
                                </m:r>
                              </m:sub>
                            </m:sSub>
                          </m:e>
                        </m:func>
                        <m:r>
                          <a:rPr b="0" i="1" lang="en-US" smtClean="0" sz="1800">
                            <a:solidFill>
                              <a:schemeClr val="tx1"/>
                            </a:solidFill>
                            <a:latin charset="0" panose="02040503050406030204" pitchFamily="18" typeface="Cambria Math"/>
                            <a:ea typeface="Cambria Math"/>
                          </a:rPr>
                          <m:t>+</m:t>
                        </m:r>
                        <m:f>
                          <m:fPr>
                            <m:ctrlPr>
                              <a:rPr i="1" lang="en-US">
                                <a:solidFill>
                                  <a:schemeClr val="tx1"/>
                                </a:solidFill>
                                <a:latin charset="0" panose="02040503050406030204" pitchFamily="18" typeface="Cambria Math"/>
                                <a:ea typeface="Cambria Math"/>
                              </a:rPr>
                            </m:ctrlPr>
                          </m:fPr>
                          <m:num>
                            <m:r>
                              <a:rPr i="1" lang="en-US">
                                <a:solidFill>
                                  <a:schemeClr val="tx1"/>
                                </a:solidFill>
                                <a:latin charset="0" panose="02040503050406030204" pitchFamily="18" typeface="Cambria Math"/>
                                <a:ea typeface="Cambria Math"/>
                              </a:rPr>
                              <m:t>1</m:t>
                            </m:r>
                          </m:num>
                          <m:den>
                            <m:sSup>
                              <m:sSupPr>
                                <m:ctrlPr>
                                  <a:rPr i="1" lang="en-US">
                                    <a:solidFill>
                                      <a:schemeClr val="tx1"/>
                                    </a:solidFill>
                                    <a:latin charset="0" panose="02040503050406030204" pitchFamily="18" typeface="Cambria Math"/>
                                    <a:ea typeface="Cambria Math"/>
                                  </a:rPr>
                                </m:ctrlPr>
                              </m:sSupPr>
                              <m:e>
                                <m:r>
                                  <a:rPr i="1" lang="en-US">
                                    <a:solidFill>
                                      <a:schemeClr val="tx1"/>
                                    </a:solidFill>
                                    <a:latin charset="0" panose="02040503050406030204" pitchFamily="18" typeface="Cambria Math"/>
                                    <a:ea typeface="Cambria Math"/>
                                  </a:rPr>
                                  <m:t>2</m:t>
                                </m:r>
                              </m:e>
                              <m:sup>
                                <m:r>
                                  <a:rPr i="1" lang="en-US">
                                    <a:solidFill>
                                      <a:schemeClr val="tx1"/>
                                    </a:solidFill>
                                    <a:latin charset="0" panose="02040503050406030204" pitchFamily="18" typeface="Cambria Math"/>
                                    <a:ea typeface="Cambria Math"/>
                                  </a:rPr>
                                  <m:t>2</m:t>
                                </m:r>
                              </m:sup>
                            </m:sSup>
                          </m:den>
                        </m:f>
                        <m:func>
                          <m:funcPr>
                            <m:ctrlPr>
                              <a:rPr i="1" lang="en-US">
                                <a:solidFill>
                                  <a:schemeClr val="tx1"/>
                                </a:solidFill>
                                <a:latin charset="0" panose="02040503050406030204" pitchFamily="18" typeface="Cambria Math"/>
                                <a:ea typeface="Cambria Math"/>
                              </a:rPr>
                            </m:ctrlPr>
                          </m:funcPr>
                          <m:fName>
                            <m:sSup>
                              <m:sSupPr>
                                <m:ctrlPr>
                                  <a:rPr i="1" lang="en-US" smtClean="0">
                                    <a:solidFill>
                                      <a:schemeClr val="tx1"/>
                                    </a:solidFill>
                                    <a:latin charset="0" panose="02040503050406030204" pitchFamily="18" typeface="Cambria Math"/>
                                    <a:ea typeface="Cambria Math"/>
                                  </a:rPr>
                                </m:ctrlPr>
                              </m:sSupPr>
                              <m:e>
                                <m:d>
                                  <m:dPr>
                                    <m:ctrlPr>
                                      <a:rPr i="1" lang="en-US">
                                        <a:solidFill>
                                          <a:schemeClr val="tx1"/>
                                        </a:solidFill>
                                        <a:latin charset="0" panose="02040503050406030204" pitchFamily="18" typeface="Cambria Math"/>
                                        <a:ea typeface="Cambria Math"/>
                                      </a:rPr>
                                    </m:ctrlPr>
                                  </m:dPr>
                                  <m:e>
                                    <m:f>
                                      <m:fPr>
                                        <m:ctrlPr>
                                          <a:rPr i="1" lang="en-US">
                                            <a:solidFill>
                                              <a:schemeClr val="tx1"/>
                                            </a:solidFill>
                                            <a:latin charset="0" panose="02040503050406030204" pitchFamily="18" typeface="Cambria Math"/>
                                            <a:ea typeface="Cambria Math"/>
                                          </a:rPr>
                                        </m:ctrlPr>
                                      </m:fPr>
                                      <m:num>
                                        <m:r>
                                          <a:rPr i="1" lang="en-US">
                                            <a:solidFill>
                                              <a:schemeClr val="tx1"/>
                                            </a:solidFill>
                                            <a:latin charset="0" panose="02040503050406030204" pitchFamily="18" typeface="Cambria Math"/>
                                            <a:ea typeface="Cambria Math"/>
                                          </a:rPr>
                                          <m:t>3</m:t>
                                        </m:r>
                                      </m:num>
                                      <m:den>
                                        <m:r>
                                          <a:rPr i="1" lang="en-US">
                                            <a:solidFill>
                                              <a:schemeClr val="tx1"/>
                                            </a:solidFill>
                                            <a:latin charset="0" panose="02040503050406030204" pitchFamily="18" typeface="Cambria Math"/>
                                            <a:ea typeface="Cambria Math"/>
                                          </a:rPr>
                                          <m:t>4</m:t>
                                        </m:r>
                                      </m:den>
                                    </m:f>
                                  </m:e>
                                </m:d>
                              </m:e>
                              <m:sup>
                                <m:r>
                                  <a:rPr b="0" i="1" lang="en-US" smtClean="0">
                                    <a:solidFill>
                                      <a:schemeClr val="tx1"/>
                                    </a:solidFill>
                                    <a:latin charset="0" panose="02040503050406030204" pitchFamily="18" typeface="Cambria Math"/>
                                    <a:ea typeface="Cambria Math"/>
                                  </a:rPr>
                                  <m:t>2</m:t>
                                </m:r>
                              </m:sup>
                            </m:sSup>
                            <m:sSup>
                              <m:sSupPr>
                                <m:ctrlPr>
                                  <a:rPr i="1" lang="en-US">
                                    <a:solidFill>
                                      <a:schemeClr val="tx1"/>
                                    </a:solidFill>
                                    <a:latin charset="0" panose="02040503050406030204" pitchFamily="18" typeface="Cambria Math"/>
                                    <a:ea typeface="Cambria Math"/>
                                  </a:rPr>
                                </m:ctrlPr>
                              </m:sSupPr>
                              <m:e>
                                <m:r>
                                  <a:rPr i="1" lang="en-US">
                                    <a:solidFill>
                                      <a:schemeClr val="tx1"/>
                                    </a:solidFill>
                                    <a:latin charset="0" panose="02040503050406030204" pitchFamily="18" typeface="Cambria Math"/>
                                    <a:ea typeface="Cambria Math"/>
                                  </a:rPr>
                                  <m:t>𝑠𝑖𝑛</m:t>
                                </m:r>
                              </m:e>
                              <m:sup>
                                <m:r>
                                  <a:rPr b="0" i="1" lang="en-US" smtClean="0">
                                    <a:solidFill>
                                      <a:schemeClr val="tx1"/>
                                    </a:solidFill>
                                    <a:latin charset="0" panose="02040503050406030204" pitchFamily="18" typeface="Cambria Math"/>
                                    <a:ea typeface="Cambria Math"/>
                                  </a:rPr>
                                  <m:t>4</m:t>
                                </m:r>
                              </m:sup>
                            </m:sSup>
                          </m:fName>
                          <m:e>
                            <m:f>
                              <m:fPr>
                                <m:ctrlPr>
                                  <a:rPr i="1" lang="en-US">
                                    <a:solidFill>
                                      <a:schemeClr val="tx1"/>
                                    </a:solidFill>
                                    <a:latin charset="0" panose="02040503050406030204" pitchFamily="18" typeface="Cambria Math"/>
                                    <a:ea typeface="Cambria Math"/>
                                  </a:rPr>
                                </m:ctrlPr>
                              </m:fPr>
                              <m:num>
                                <m:r>
                                  <a:rPr i="1" lang="en-US">
                                    <a:solidFill>
                                      <a:schemeClr val="tx1"/>
                                    </a:solidFill>
                                    <a:latin charset="0" panose="02040503050406030204" pitchFamily="18" typeface="Cambria Math"/>
                                    <a:ea typeface="Cambria Math"/>
                                  </a:rPr>
                                  <m:t>1</m:t>
                                </m:r>
                              </m:num>
                              <m:den>
                                <m:r>
                                  <a:rPr i="1" lang="en-US">
                                    <a:solidFill>
                                      <a:schemeClr val="tx1"/>
                                    </a:solidFill>
                                    <a:latin charset="0" panose="02040503050406030204" pitchFamily="18" typeface="Cambria Math"/>
                                    <a:ea typeface="Cambria Math"/>
                                  </a:rPr>
                                  <m:t>2</m:t>
                                </m:r>
                              </m:den>
                            </m:f>
                            <m:sSub>
                              <m:sSubPr>
                                <m:ctrlPr>
                                  <a:rPr i="1" lang="en-US">
                                    <a:solidFill>
                                      <a:schemeClr val="tx1"/>
                                    </a:solidFill>
                                    <a:latin charset="0" panose="02040503050406030204" pitchFamily="18" typeface="Cambria Math"/>
                                    <a:ea typeface="Cambria Math"/>
                                  </a:rPr>
                                </m:ctrlPr>
                              </m:sSubPr>
                              <m:e>
                                <m:r>
                                  <a:rPr i="1" lang="en-US">
                                    <a:solidFill>
                                      <a:schemeClr val="tx1"/>
                                    </a:solidFill>
                                    <a:latin charset="0" panose="02040503050406030204" pitchFamily="18" typeface="Cambria Math"/>
                                    <a:ea charset="0" panose="02040503050406030204" pitchFamily="18" typeface="Cambria Math"/>
                                  </a:rPr>
                                  <m:t>𝜑</m:t>
                                </m:r>
                              </m:e>
                              <m:sub>
                                <m:r>
                                  <a:rPr i="1" lang="en-US">
                                    <a:solidFill>
                                      <a:schemeClr val="tx1"/>
                                    </a:solidFill>
                                    <a:latin charset="0" panose="02040503050406030204" pitchFamily="18" typeface="Cambria Math"/>
                                    <a:ea typeface="Cambria Math"/>
                                  </a:rPr>
                                  <m:t>0</m:t>
                                </m:r>
                              </m:sub>
                            </m:sSub>
                            <m:r>
                              <a:rPr b="0" i="1" lang="en-US" smtClean="0">
                                <a:solidFill>
                                  <a:schemeClr val="tx1"/>
                                </a:solidFill>
                                <a:latin charset="0" panose="02040503050406030204" pitchFamily="18" typeface="Cambria Math"/>
                                <a:ea typeface="Cambria Math"/>
                              </a:rPr>
                              <m:t>+</m:t>
                            </m:r>
                            <m:r>
                              <a:rPr b="0" i="1" lang="en-US" smtClean="0">
                                <a:solidFill>
                                  <a:schemeClr val="tx1"/>
                                </a:solidFill>
                                <a:latin charset="0" panose="02040503050406030204" pitchFamily="18" typeface="Cambria Math"/>
                                <a:ea charset="0" panose="02040503050406030204" pitchFamily="18" typeface="Cambria Math"/>
                              </a:rPr>
                              <m:t>⋯</m:t>
                            </m:r>
                          </m:e>
                        </m:func>
                      </m:e>
                    </m:d>
                  </m:oMath>
                </a14:m>
                <a:endParaRPr dirty="0" lang="en-US">
                  <a:solidFill>
                    <a:schemeClr val="tx1"/>
                  </a:solidFill>
                </a:endParaRPr>
              </a:p>
              <a:p>
                <a:pPr indent="0" marL="0">
                  <a:buNone/>
                </a:pPr>
                <a:r>
                  <a:rPr dirty="0" lang="en-US">
                    <a:solidFill>
                      <a:schemeClr val="tx1"/>
                    </a:solidFill>
                  </a:rPr>
                  <a:t>However, for an angle of </a:t>
                </a:r>
                <a14:m>
                  <m:oMath xmlns:m="http://schemas.openxmlformats.org/officeDocument/2006/math">
                    <m:sSup>
                      <m:sSupPr>
                        <m:ctrlPr>
                          <a:rPr dirty="0" i="1" lang="en-US" smtClean="0">
                            <a:solidFill>
                              <a:schemeClr val="tx1"/>
                            </a:solidFill>
                            <a:latin charset="0" panose="02040503050406030204" pitchFamily="18" typeface="Cambria Math"/>
                          </a:rPr>
                        </m:ctrlPr>
                      </m:sSupPr>
                      <m:e>
                        <m:r>
                          <a:rPr b="0" dirty="0" i="1" lang="en-US" smtClean="0">
                            <a:solidFill>
                              <a:schemeClr val="tx1"/>
                            </a:solidFill>
                            <a:latin charset="0" panose="02040503050406030204" pitchFamily="18" typeface="Cambria Math"/>
                          </a:rPr>
                          <m:t>15</m:t>
                        </m:r>
                      </m:e>
                      <m:sup>
                        <m:r>
                          <a:rPr b="0" dirty="0" i="1" lang="en-US" smtClean="0">
                            <a:solidFill>
                              <a:schemeClr val="tx1"/>
                            </a:solidFill>
                            <a:latin charset="0" panose="02040503050406030204" pitchFamily="18" typeface="Cambria Math"/>
                          </a:rPr>
                          <m:t>𝑜</m:t>
                        </m:r>
                      </m:sup>
                    </m:sSup>
                  </m:oMath>
                </a14:m>
                <a:r>
                  <a:rPr dirty="0" lang="en-US">
                    <a:solidFill>
                      <a:schemeClr val="tx1"/>
                    </a:solidFill>
                  </a:rPr>
                  <a:t>, this introduces an error of only </a:t>
                </a:r>
                <a14:m>
                  <m:oMath xmlns:m="http://schemas.openxmlformats.org/officeDocument/2006/math">
                    <m:r>
                      <a:rPr dirty="0" i="1" lang="en-US" smtClean="0">
                        <a:solidFill>
                          <a:schemeClr val="tx1"/>
                        </a:solidFill>
                        <a:latin charset="0" panose="02040503050406030204" pitchFamily="18" typeface="Cambria Math"/>
                      </a:rPr>
                      <m:t>0.4% </m:t>
                    </m:r>
                  </m:oMath>
                </a14:m>
                <a:r>
                  <a:rPr dirty="0" lang="en-US">
                    <a:solidFill>
                      <a:schemeClr val="tx1"/>
                    </a:solidFill>
                  </a:rPr>
                  <a:t>in the period. For </a:t>
                </a:r>
                <a14:m>
                  <m:oMath xmlns:m="http://schemas.openxmlformats.org/officeDocument/2006/math">
                    <m:sSup>
                      <m:sSupPr>
                        <m:ctrlPr>
                          <a:rPr dirty="0" i="1" lang="en-US" smtClean="0">
                            <a:solidFill>
                              <a:schemeClr val="tx1"/>
                            </a:solidFill>
                            <a:latin charset="0" panose="02040503050406030204" pitchFamily="18" typeface="Cambria Math"/>
                          </a:rPr>
                        </m:ctrlPr>
                      </m:sSupPr>
                      <m:e>
                        <m:r>
                          <a:rPr b="0" dirty="0" i="1" lang="en-US" smtClean="0">
                            <a:solidFill>
                              <a:schemeClr val="tx1"/>
                            </a:solidFill>
                            <a:latin charset="0" panose="02040503050406030204" pitchFamily="18" typeface="Cambria Math"/>
                          </a:rPr>
                          <m:t>35</m:t>
                        </m:r>
                      </m:e>
                      <m:sup>
                        <m:r>
                          <a:rPr b="0" dirty="0" i="1" lang="en-US" smtClean="0">
                            <a:solidFill>
                              <a:schemeClr val="tx1"/>
                            </a:solidFill>
                            <a:latin charset="0" panose="02040503050406030204" pitchFamily="18" typeface="Cambria Math"/>
                          </a:rPr>
                          <m:t>𝑜</m:t>
                        </m:r>
                      </m:sup>
                    </m:sSup>
                  </m:oMath>
                </a14:m>
                <a:r>
                  <a:rPr dirty="0" lang="en-US">
                    <a:solidFill>
                      <a:schemeClr val="tx1"/>
                    </a:solidFill>
                  </a:rPr>
                  <a:t> it is </a:t>
                </a:r>
                <a14:m>
                  <m:oMath xmlns:m="http://schemas.openxmlformats.org/officeDocument/2006/math">
                    <m:r>
                      <a:rPr dirty="0" i="1" lang="en-US" smtClean="0">
                        <a:solidFill>
                          <a:schemeClr val="tx1"/>
                        </a:solidFill>
                        <a:latin charset="0" panose="02040503050406030204" pitchFamily="18" typeface="Cambria Math"/>
                      </a:rPr>
                      <m:t>2%, </m:t>
                    </m:r>
                  </m:oMath>
                </a14:m>
                <a:r>
                  <a:rPr dirty="0" lang="en-US">
                    <a:solidFill>
                      <a:schemeClr val="tx1"/>
                    </a:solidFill>
                  </a:rPr>
                  <a:t>so as long as we use relatively small angles, we can use the previous, simpler expression which neglects the angular dependence.</a:t>
                </a:r>
              </a:p>
              <a:p>
                <a:pPr indent="0" marL="0">
                  <a:buNone/>
                </a:pPr>
                <a:endParaRPr dirty="0" lang="en-US">
                  <a:solidFill>
                    <a:schemeClr val="tx1"/>
                  </a:solidFill>
                </a:endParaRPr>
              </a:p>
            </p:txBody>
          </p:sp>
        </mc:Choice>
        <mc:Fallback>
          <p:sp>
            <p:nvSpPr>
              <p:cNvPr id="5" name="Content Placeholder 4">
                <a:extLst>
                  <a:ext uri="{FF2B5EF4-FFF2-40B4-BE49-F238E27FC236}">
                    <a16:creationId xmlns:a16="http://schemas.microsoft.com/office/drawing/2014/main" id="{225A6432-DE37-33B9-AC0A-04803384214C}"/>
                  </a:ext>
                </a:extLst>
              </p:cNvPr>
              <p:cNvSpPr>
                <a:spLocks noAdjustHandles="1" noChangeArrowheads="1" noChangeAspect="1" noChangeShapeType="1" noEditPoints="1" noGrp="1" noMove="1" noResize="1" noRot="1" noTextEdit="1"/>
              </p:cNvSpPr>
              <p:nvPr>
                <p:ph idx="1"/>
              </p:nvPr>
            </p:nvSpPr>
            <p:spPr>
              <a:xfrm>
                <a:off x="677334" y="884903"/>
                <a:ext cx="7402976" cy="5711840"/>
              </a:xfrm>
              <a:blipFill>
                <a:blip r:embed="rId2"/>
                <a:stretch>
                  <a:fillRect l="-1070" r="-658" t="-1387"/>
                </a:stretch>
              </a:blipFill>
            </p:spPr>
            <p:txBody>
              <a:bodyPr/>
              <a:lstStyle/>
              <a:p>
                <a:r>
                  <a:rPr lang="en-US">
                    <a:noFill/>
                  </a:rPr>
                  <a:t> </a:t>
                </a:r>
              </a:p>
            </p:txBody>
          </p:sp>
        </mc:Fallback>
      </mc:AlternateContent>
      <p:pic>
        <p:nvPicPr>
          <p:cNvPr descr="A string is attached to the block, It swings and shows an angle phi - naught of about 30 degrees    " id="1026" name="Picture 10">
            <a:extLst>
              <a:ext uri="{FF2B5EF4-FFF2-40B4-BE49-F238E27FC236}">
                <a16:creationId xmlns:a16="http://schemas.microsoft.com/office/drawing/2014/main" id="{6570E462-71EE-B13F-A047-D33E6A185EAD}"/>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34874" y="345621"/>
            <a:ext cx="3209730" cy="44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p14:dur="1500" spd="slow">
        <p:random/>
      </p:transition>
    </mc:Choice>
    <mc:Fallback>
      <p:transition spd="slow">
        <p:random/>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6686"/>
          </a:xfrm>
        </p:spPr>
        <p:txBody>
          <a:bodyPr/>
          <a:lstStyle/>
          <a:p>
            <a:r>
              <a:rPr dirty="0" lang="en-US">
                <a:solidFill>
                  <a:srgbClr val="1391BC"/>
                </a:solidFill>
              </a:rPr>
              <a:t>Introduction, </a:t>
            </a:r>
            <a:r>
              <a:rPr dirty="0" err="1" lang="en-US">
                <a:solidFill>
                  <a:srgbClr val="1391BC"/>
                </a:solidFill>
              </a:rPr>
              <a:t>Cont</a:t>
            </a:r>
            <a:endParaRPr dirty="0" lang="en-US"/>
          </a:p>
        </p:txBody>
      </p:sp>
      <mc:AlternateContent xmlns:a14="http://schemas.microsoft.com/office/drawing/2010/main" xmlns:mc="http://schemas.openxmlformats.org/markup-compatibility/2006">
        <mc:Choice Requires="a14">
          <p:sp>
            <p:nvSpPr>
              <p:cNvPr id="3" name="Content Placeholder 2"/>
              <p:cNvSpPr>
                <a:spLocks noGrp="1"/>
              </p:cNvSpPr>
              <p:nvPr>
                <p:ph idx="1"/>
              </p:nvPr>
            </p:nvSpPr>
            <p:spPr>
              <a:xfrm>
                <a:off x="677333" y="1455626"/>
                <a:ext cx="9427719" cy="2677835"/>
              </a:xfrm>
            </p:spPr>
            <p:txBody>
              <a:bodyPr>
                <a:normAutofit fontScale="70000" lnSpcReduction="20000"/>
              </a:bodyPr>
              <a:lstStyle/>
              <a:p>
                <a:pPr indent="0" marL="0">
                  <a:buNone/>
                </a:pPr>
                <a:r>
                  <a:rPr dirty="0" lang="en-US" sz="3300"/>
                  <a:t>We will be collecting data during the lab which should demonstrate that the period is independent of mass and angle. We will also measure the period as a function of length and analyze the data to confirm the stated dependence on length and g. </a:t>
                </a:r>
              </a:p>
              <a:p>
                <a:pPr indent="0" marL="0">
                  <a:buNone/>
                </a:pPr>
                <a:r>
                  <a:rPr dirty="0" lang="en-US" sz="3300"/>
                  <a:t>If we plot </a:t>
                </a:r>
                <a14:m>
                  <m:oMath xmlns:m="http://schemas.openxmlformats.org/officeDocument/2006/math">
                    <m:r>
                      <a:rPr dirty="0" i="1" lang="en-US" smtClean="0" sz="3300">
                        <a:latin charset="0" panose="02040503050406030204" pitchFamily="18" typeface="Cambria Math"/>
                      </a:rPr>
                      <m:t>𝑇</m:t>
                    </m:r>
                  </m:oMath>
                </a14:m>
                <a:r>
                  <a:rPr dirty="0" lang="en-US" sz="3300"/>
                  <a:t> versus </a:t>
                </a:r>
                <a14:m>
                  <m:oMath xmlns:m="http://schemas.openxmlformats.org/officeDocument/2006/math">
                    <m:r>
                      <a:rPr dirty="0" i="1" lang="en-US" smtClean="0" sz="3300">
                        <a:latin charset="0" panose="02040503050406030204" pitchFamily="18" typeface="Cambria Math"/>
                      </a:rPr>
                      <m:t>𝐿</m:t>
                    </m:r>
                    <m:r>
                      <a:rPr dirty="0" i="1" lang="en-US" smtClean="0" sz="3300">
                        <a:latin charset="0" panose="02040503050406030204" pitchFamily="18" typeface="Cambria Math"/>
                      </a:rPr>
                      <m:t> </m:t>
                    </m:r>
                  </m:oMath>
                </a14:m>
                <a:r>
                  <a:rPr dirty="0" lang="en-US" sz="3300"/>
                  <a:t>data directly, we would obtain a plot like that below. It is difficult to confirm that such a plot reflects the relationship, </a:t>
                </a:r>
                <a14:m>
                  <m:oMath xmlns:m="http://schemas.openxmlformats.org/officeDocument/2006/math">
                    <m:r>
                      <a:rPr i="1" lang="en-US" sz="3300">
                        <a:solidFill>
                          <a:schemeClr val="tx1"/>
                        </a:solidFill>
                        <a:latin typeface="Cambria Math"/>
                      </a:rPr>
                      <m:t>𝑇</m:t>
                    </m:r>
                    <m:r>
                      <a:rPr i="1" lang="en-US" sz="3300">
                        <a:solidFill>
                          <a:schemeClr val="tx1"/>
                        </a:solidFill>
                        <a:latin typeface="Cambria Math"/>
                      </a:rPr>
                      <m:t>=2</m:t>
                    </m:r>
                    <m:r>
                      <a:rPr i="1" lang="en-US" sz="3300">
                        <a:solidFill>
                          <a:schemeClr val="tx1"/>
                        </a:solidFill>
                        <a:latin typeface="Cambria Math"/>
                        <a:ea typeface="Cambria Math"/>
                      </a:rPr>
                      <m:t>𝜋</m:t>
                    </m:r>
                    <m:rad>
                      <m:radPr>
                        <m:degHide m:val="on"/>
                        <m:ctrlPr>
                          <a:rPr i="1" lang="en-US" sz="3300">
                            <a:solidFill>
                              <a:schemeClr val="tx1"/>
                            </a:solidFill>
                            <a:latin charset="0" panose="02040503050406030204" pitchFamily="18" typeface="Cambria Math"/>
                            <a:ea typeface="Cambria Math"/>
                          </a:rPr>
                        </m:ctrlPr>
                      </m:radPr>
                      <m:deg/>
                      <m:e>
                        <m:f>
                          <m:fPr>
                            <m:ctrlPr>
                              <a:rPr i="1" lang="en-US" sz="3300">
                                <a:solidFill>
                                  <a:schemeClr val="tx1"/>
                                </a:solidFill>
                                <a:latin charset="0" panose="02040503050406030204" pitchFamily="18" typeface="Cambria Math"/>
                                <a:ea typeface="Cambria Math"/>
                              </a:rPr>
                            </m:ctrlPr>
                          </m:fPr>
                          <m:num>
                            <m:r>
                              <a:rPr i="1" lang="en-US" sz="3300">
                                <a:solidFill>
                                  <a:schemeClr val="tx1"/>
                                </a:solidFill>
                                <a:latin typeface="Cambria Math"/>
                                <a:ea typeface="Cambria Math"/>
                              </a:rPr>
                              <m:t>𝐿</m:t>
                            </m:r>
                          </m:num>
                          <m:den>
                            <m:r>
                              <a:rPr i="1" lang="en-US" sz="3300">
                                <a:solidFill>
                                  <a:schemeClr val="tx1"/>
                                </a:solidFill>
                                <a:latin typeface="Cambria Math"/>
                                <a:ea typeface="Cambria Math"/>
                              </a:rPr>
                              <m:t>𝑔</m:t>
                            </m:r>
                          </m:den>
                        </m:f>
                      </m:e>
                    </m:rad>
                  </m:oMath>
                </a14:m>
                <a:r>
                  <a:rPr dirty="0" lang="en-US" sz="3300"/>
                  <a:t>, at least without quite a bit of analysis</a:t>
                </a:r>
                <a:r>
                  <a:rPr dirty="0" lang="en-US" sz="4000"/>
                  <a:t>.</a:t>
                </a:r>
              </a:p>
              <a:p>
                <a:pPr indent="0" marL="0">
                  <a:buNone/>
                </a:pPr>
                <a:endParaRPr dirty="0" lang="en-US" sz="4000"/>
              </a:p>
            </p:txBody>
          </p:sp>
        </mc:Choice>
        <mc:Fallback>
          <p:sp>
            <p:nvSpPr>
              <p:cNvPr id="3" name="Content Placeholder 2"/>
              <p:cNvSpPr>
                <a:spLocks noAdjustHandles="1" noChangeArrowheads="1" noChangeAspect="1" noChangeShapeType="1" noEditPoints="1" noGrp="1" noMove="1" noResize="1" noRot="1" noTextEdit="1"/>
              </p:cNvSpPr>
              <p:nvPr>
                <p:ph idx="1"/>
              </p:nvPr>
            </p:nvSpPr>
            <p:spPr>
              <a:xfrm>
                <a:off x="677333" y="1455626"/>
                <a:ext cx="9427719" cy="2677835"/>
              </a:xfrm>
              <a:blipFill>
                <a:blip r:embed="rId2"/>
                <a:stretch>
                  <a:fillRect l="-905" t="-4556"/>
                </a:stretch>
              </a:blipFill>
            </p:spPr>
            <p:txBody>
              <a:bodyPr/>
              <a:lstStyle/>
              <a:p>
                <a:r>
                  <a:rPr lang="en-US">
                    <a:noFill/>
                  </a:rPr>
                  <a:t> </a:t>
                </a:r>
              </a:p>
            </p:txBody>
          </p:sp>
        </mc:Fallback>
      </mc:AlternateContent>
      <p:pic>
        <p:nvPicPr>
          <p:cNvPr descr="A graph titled “T versus L Plot.” •  The horizontal axis is labeled L (Length). •  The vertical axis is labeled T. •  A single smooth curve rises quickly at first, then gradually levels off as L increases. " id="2050" name="Picture 11">
            <a:extLst>
              <a:ext uri="{FF2B5EF4-FFF2-40B4-BE49-F238E27FC236}">
                <a16:creationId xmlns:a16="http://schemas.microsoft.com/office/drawing/2014/main" id="{FCDCFC37-C6E1-4E40-6ECE-EA9B8A59088A}"/>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0501" y="4282801"/>
            <a:ext cx="3503548" cy="2502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p14:dur="1500" spd="slow">
        <p:random/>
      </p:transition>
    </mc:Choice>
    <mc:Fallback>
      <p:transition spd="slow">
        <p:random/>
      </p:transition>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0" presetSubtype="0">
                                  <p:stCondLst>
                                    <p:cond delay="0"/>
                                  </p:stCondLst>
                                  <p:childTnLst>
                                    <p:set>
                                      <p:cBhvr>
                                        <p:cTn dur="1" fill="hold" id="6">
                                          <p:stCondLst>
                                            <p:cond delay="0"/>
                                          </p:stCondLst>
                                        </p:cTn>
                                        <p:tgtEl>
                                          <p:spTgt spid="3">
                                            <p:txEl>
                                              <p:pRg end="0" st="0"/>
                                            </p:txEl>
                                          </p:spTgt>
                                        </p:tgtEl>
                                        <p:attrNameLst>
                                          <p:attrName>style.visibility</p:attrName>
                                        </p:attrNameLst>
                                      </p:cBhvr>
                                      <p:to>
                                        <p:strVal val="visible"/>
                                      </p:to>
                                    </p:set>
                                    <p:animEffect filter="fade" transition="in">
                                      <p:cBhvr>
                                        <p:cTn dur="500" id="7"/>
                                        <p:tgtEl>
                                          <p:spTgt spid="3">
                                            <p:txEl>
                                              <p:pRg end="0" st="0"/>
                                            </p:txEl>
                                          </p:spTgt>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10" presetSubtype="0">
                                  <p:stCondLst>
                                    <p:cond delay="0"/>
                                  </p:stCondLst>
                                  <p:childTnLst>
                                    <p:set>
                                      <p:cBhvr>
                                        <p:cTn dur="1" fill="hold" id="11">
                                          <p:stCondLst>
                                            <p:cond delay="0"/>
                                          </p:stCondLst>
                                        </p:cTn>
                                        <p:tgtEl>
                                          <p:spTgt spid="3">
                                            <p:txEl>
                                              <p:pRg end="1" st="1"/>
                                            </p:txEl>
                                          </p:spTgt>
                                        </p:tgtEl>
                                        <p:attrNameLst>
                                          <p:attrName>style.visibility</p:attrName>
                                        </p:attrNameLst>
                                      </p:cBhvr>
                                      <p:to>
                                        <p:strVal val="visible"/>
                                      </p:to>
                                    </p:set>
                                    <p:animEffect filter="fade" transition="in">
                                      <p:cBhvr>
                                        <p:cTn dur="500" id="12"/>
                                        <p:tgtEl>
                                          <p:spTgt spid="3">
                                            <p:txEl>
                                              <p:pRg end="1" st="1"/>
                                            </p:txEl>
                                          </p:spTgt>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3"/>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07D2B-4306-EC87-FDD3-2AD1AC394669}"/>
              </a:ext>
            </a:extLst>
          </p:cNvPr>
          <p:cNvSpPr>
            <a:spLocks noGrp="1"/>
          </p:cNvSpPr>
          <p:nvPr>
            <p:ph type="title"/>
          </p:nvPr>
        </p:nvSpPr>
        <p:spPr>
          <a:xfrm>
            <a:off x="677334" y="288075"/>
            <a:ext cx="8596668" cy="724678"/>
          </a:xfrm>
        </p:spPr>
        <p:txBody>
          <a:bodyPr/>
          <a:lstStyle/>
          <a:p>
            <a:r>
              <a:rPr dirty="0" lang="en-US">
                <a:solidFill>
                  <a:srgbClr val="1391BC"/>
                </a:solidFill>
              </a:rPr>
              <a:t>Introduction, Cont.</a:t>
            </a:r>
            <a:endParaRPr dirty="0" lang="en-US"/>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40B000DE-006F-50FC-CF9B-24D2C88D801A}"/>
                  </a:ext>
                </a:extLst>
              </p:cNvPr>
              <p:cNvSpPr>
                <a:spLocks noGrp="1"/>
              </p:cNvSpPr>
              <p:nvPr>
                <p:ph idx="1"/>
              </p:nvPr>
            </p:nvSpPr>
            <p:spPr>
              <a:xfrm>
                <a:off x="603738" y="900786"/>
                <a:ext cx="8596668" cy="2728823"/>
              </a:xfrm>
            </p:spPr>
            <p:txBody>
              <a:bodyPr>
                <a:normAutofit/>
              </a:bodyPr>
              <a:lstStyle/>
              <a:p>
                <a:pPr indent="0" marL="0">
                  <a:buNone/>
                </a:pPr>
                <a:r>
                  <a:rPr dirty="0" lang="en-US"/>
                  <a:t>We will plot natural log data as we have done before, since our data points should then fall in a straight line if they obey the above relationship between </a:t>
                </a:r>
                <a14:m>
                  <m:oMath xmlns:m="http://schemas.openxmlformats.org/officeDocument/2006/math">
                    <m:r>
                      <a:rPr dirty="0" i="1" lang="en-US" smtClean="0">
                        <a:latin charset="0" panose="02040503050406030204" pitchFamily="18" typeface="Cambria Math"/>
                      </a:rPr>
                      <m:t>𝑇</m:t>
                    </m:r>
                  </m:oMath>
                </a14:m>
                <a:r>
                  <a:rPr dirty="0" lang="en-US"/>
                  <a:t> and </a:t>
                </a:r>
                <a14:m>
                  <m:oMath xmlns:m="http://schemas.openxmlformats.org/officeDocument/2006/math">
                    <m:r>
                      <a:rPr dirty="0" i="1" lang="en-US" smtClean="0">
                        <a:latin charset="0" panose="02040503050406030204" pitchFamily="18" typeface="Cambria Math"/>
                      </a:rPr>
                      <m:t>𝐿</m:t>
                    </m:r>
                  </m:oMath>
                </a14:m>
                <a:r>
                  <a:rPr dirty="0" lang="en-US"/>
                  <a:t>. Specifically, we begin by taking the natural log of the above equation for </a:t>
                </a:r>
                <a14:m>
                  <m:oMath xmlns:m="http://schemas.openxmlformats.org/officeDocument/2006/math">
                    <m:r>
                      <a:rPr dirty="0" i="1" lang="en-US" smtClean="0">
                        <a:latin charset="0" panose="02040503050406030204" pitchFamily="18" typeface="Cambria Math"/>
                      </a:rPr>
                      <m:t>𝑇</m:t>
                    </m:r>
                    <m:r>
                      <a:rPr dirty="0" i="1" lang="en-US" smtClean="0">
                        <a:latin charset="0" panose="02040503050406030204" pitchFamily="18" typeface="Cambria Math"/>
                      </a:rPr>
                      <m:t>.</m:t>
                    </m:r>
                  </m:oMath>
                </a14:m>
                <a:endParaRPr dirty="0" lang="en-US" sz="1600"/>
              </a:p>
              <a:p>
                <a:pPr indent="0" marL="0">
                  <a:buNone/>
                </a:pPr>
                <a14:m>
                  <m:oMathPara xmlns:m="http://schemas.openxmlformats.org/officeDocument/2006/math">
                    <m:oMathParaPr>
                      <m:jc m:val="centerGroup"/>
                    </m:oMathParaPr>
                    <m:oMath>
                      <m:r>
                        <a:rPr b="0" baseline="0" cap="none" i="1" kern="1200" kumimoji="0" lang="en-US" noProof="0" normalizeH="0" smtClean="0" spc="0" strike="noStrike" u="none">
                          <a:ln>
                            <a:noFill/>
                          </a:ln>
                          <a:solidFill>
                            <a:prstClr val="black"/>
                          </a:solidFill>
                          <a:effectLst/>
                          <a:uLnTx/>
                          <a:uFillTx/>
                          <a:latin typeface="Cambria Math"/>
                          <a:cs typeface="+mn-cs"/>
                        </a:rPr>
                        <m:t>𝑇</m:t>
                      </m:r>
                      <m:r>
                        <a:rPr b="0" baseline="0" cap="none" i="1" kern="1200" kumimoji="0" lang="en-US" noProof="0" normalizeH="0" smtClean="0" spc="0" strike="noStrike" u="none">
                          <a:ln>
                            <a:noFill/>
                          </a:ln>
                          <a:solidFill>
                            <a:prstClr val="black"/>
                          </a:solidFill>
                          <a:effectLst/>
                          <a:uLnTx/>
                          <a:uFillTx/>
                          <a:latin typeface="Cambria Math"/>
                          <a:cs typeface="+mn-cs"/>
                        </a:rPr>
                        <m:t>=2</m:t>
                      </m:r>
                      <m:r>
                        <a:rPr b="0" baseline="0" cap="none" i="1" kern="1200" kumimoji="0" lang="en-US" noProof="0" normalizeH="0" spc="0" strike="noStrike" u="none">
                          <a:ln>
                            <a:noFill/>
                          </a:ln>
                          <a:solidFill>
                            <a:prstClr val="black"/>
                          </a:solidFill>
                          <a:effectLst/>
                          <a:uLnTx/>
                          <a:uFillTx/>
                          <a:latin typeface="Cambria Math"/>
                          <a:ea typeface="Cambria Math"/>
                          <a:cs typeface="+mn-cs"/>
                        </a:rPr>
                        <m:t>𝜋</m:t>
                      </m:r>
                      <m:rad>
                        <m:radPr>
                          <m:degHide m:val="on"/>
                          <m:ctrlPr>
                            <a:rPr b="0" baseline="0" cap="none" i="1" kern="1200" kumimoji="0" lang="en-US" noProof="0" normalizeH="0" spc="0" strike="noStrike" u="none">
                              <a:ln>
                                <a:noFill/>
                              </a:ln>
                              <a:solidFill>
                                <a:prstClr val="black"/>
                              </a:solidFill>
                              <a:effectLst/>
                              <a:uLnTx/>
                              <a:uFillTx/>
                              <a:latin charset="0" panose="02040503050406030204" pitchFamily="18" typeface="Cambria Math"/>
                              <a:ea typeface="Cambria Math"/>
                              <a:cs typeface="+mn-cs"/>
                            </a:rPr>
                          </m:ctrlPr>
                        </m:radPr>
                        <m:deg/>
                        <m:e>
                          <m:f>
                            <m:fPr>
                              <m:ctrlPr>
                                <a:rPr b="0" baseline="0" cap="none" i="1" kern="1200" kumimoji="0" lang="en-US" noProof="0" normalizeH="0" spc="0" strike="noStrike" u="none">
                                  <a:ln>
                                    <a:noFill/>
                                  </a:ln>
                                  <a:solidFill>
                                    <a:prstClr val="black"/>
                                  </a:solidFill>
                                  <a:effectLst/>
                                  <a:uLnTx/>
                                  <a:uFillTx/>
                                  <a:latin charset="0" panose="02040503050406030204" pitchFamily="18" typeface="Cambria Math"/>
                                  <a:ea typeface="Cambria Math"/>
                                  <a:cs typeface="+mn-cs"/>
                                </a:rPr>
                              </m:ctrlPr>
                            </m:fPr>
                            <m:num>
                              <m:r>
                                <a:rPr b="0" baseline="0" cap="none" i="1" kern="1200" kumimoji="0" lang="en-US" noProof="0" normalizeH="0" spc="0" strike="noStrike" u="none">
                                  <a:ln>
                                    <a:noFill/>
                                  </a:ln>
                                  <a:solidFill>
                                    <a:prstClr val="black"/>
                                  </a:solidFill>
                                  <a:effectLst/>
                                  <a:uLnTx/>
                                  <a:uFillTx/>
                                  <a:latin typeface="Cambria Math"/>
                                  <a:ea typeface="Cambria Math"/>
                                  <a:cs typeface="+mn-cs"/>
                                </a:rPr>
                                <m:t>𝐿</m:t>
                              </m:r>
                            </m:num>
                            <m:den>
                              <m:r>
                                <a:rPr b="0" baseline="0" cap="none" i="1" kern="1200" kumimoji="0" lang="en-US" noProof="0" normalizeH="0" spc="0" strike="noStrike" u="none">
                                  <a:ln>
                                    <a:noFill/>
                                  </a:ln>
                                  <a:solidFill>
                                    <a:prstClr val="black"/>
                                  </a:solidFill>
                                  <a:effectLst/>
                                  <a:uLnTx/>
                                  <a:uFillTx/>
                                  <a:latin typeface="Cambria Math"/>
                                  <a:ea typeface="Cambria Math"/>
                                  <a:cs typeface="+mn-cs"/>
                                </a:rPr>
                                <m:t>𝑔</m:t>
                              </m:r>
                            </m:den>
                          </m:f>
                        </m:e>
                      </m:rad>
                    </m:oMath>
                  </m:oMathPara>
                </a14:m>
                <a:endParaRPr dirty="0" lang="en-US" sz="1400"/>
              </a:p>
              <a:p>
                <a:pPr indent="0" marL="0">
                  <a:buNone/>
                </a:pPr>
                <a14:m>
                  <m:oMathPara xmlns:m="http://schemas.openxmlformats.org/officeDocument/2006/math">
                    <m:oMathParaPr>
                      <m:jc m:val="centerGroup"/>
                    </m:oMathParaPr>
                    <m:oMath>
                      <m:func>
                        <m:func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uncPr>
                        <m:fName>
                          <m:r>
                            <m:rPr>
                              <m:sty m:val="p"/>
                            </m:rP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ln</m:t>
                          </m:r>
                        </m:fName>
                        <m:e>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𝑇</m:t>
                          </m:r>
                        </m:e>
                      </m:func>
                      <m:r>
                        <a:rPr b="0" baseline="0" cap="none" i="1" kern="1200" kumimoji="0" lang="en-US" noProof="0" normalizeH="0" smtClean="0" spc="0" strike="noStrike" u="none">
                          <a:ln>
                            <a:noFill/>
                          </a:ln>
                          <a:solidFill>
                            <a:prstClr val="black"/>
                          </a:solidFill>
                          <a:effectLst/>
                          <a:uLnTx/>
                          <a:uFillTx/>
                          <a:latin typeface="Cambria Math"/>
                        </a:rPr>
                        <m:t>=</m:t>
                      </m:r>
                      <m:func>
                        <m:func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uncPr>
                        <m:fName>
                          <m:r>
                            <m:rPr>
                              <m:sty m:val="p"/>
                            </m:rP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ln</m:t>
                          </m:r>
                        </m:fName>
                        <m:e>
                          <m:f>
                            <m:f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Pr>
                            <m:num>
                              <m:r>
                                <a:rPr i="1" lang="en-US">
                                  <a:solidFill>
                                    <a:prstClr val="black"/>
                                  </a:solidFill>
                                  <a:latin typeface="Cambria Math"/>
                                </a:rPr>
                                <m:t>2</m:t>
                              </m:r>
                              <m:r>
                                <a:rPr i="1" lang="en-US">
                                  <a:solidFill>
                                    <a:prstClr val="black"/>
                                  </a:solidFill>
                                  <a:latin typeface="Cambria Math"/>
                                  <a:ea typeface="Cambria Math"/>
                                </a:rPr>
                                <m:t>𝜋</m:t>
                              </m:r>
                            </m:num>
                            <m:den>
                              <m:rad>
                                <m:radPr>
                                  <m:degHide m:val="on"/>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radPr>
                                <m:deg/>
                                <m:e>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𝑔</m:t>
                                  </m:r>
                                </m:e>
                              </m:rad>
                            </m:den>
                          </m:f>
                        </m:e>
                      </m:func>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m:t>
                      </m:r>
                      <m:f>
                        <m:f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Pr>
                        <m:num>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1</m:t>
                          </m:r>
                        </m:num>
                        <m:den>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2</m:t>
                          </m:r>
                        </m:den>
                      </m:f>
                      <m:func>
                        <m:func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uncPr>
                        <m:fName>
                          <m:r>
                            <m:rPr>
                              <m:sty m:val="p"/>
                            </m:rP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ln</m:t>
                          </m:r>
                        </m:fName>
                        <m:e>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𝐿</m:t>
                          </m:r>
                        </m:e>
                      </m:func>
                    </m:oMath>
                  </m:oMathPara>
                </a14:m>
                <a:endParaRPr dirty="0" lang="en-US" sz="1400"/>
              </a:p>
            </p:txBody>
          </p:sp>
        </mc:Choice>
        <mc:Fallback>
          <p:sp>
            <p:nvSpPr>
              <p:cNvPr id="3" name="Content Placeholder 2">
                <a:extLst>
                  <a:ext uri="{FF2B5EF4-FFF2-40B4-BE49-F238E27FC236}">
                    <a16:creationId xmlns:a16="http://schemas.microsoft.com/office/drawing/2014/main" id="{40B000DE-006F-50FC-CF9B-24D2C88D801A}"/>
                  </a:ext>
                </a:extLst>
              </p:cNvPr>
              <p:cNvSpPr>
                <a:spLocks noAdjustHandles="1" noChangeArrowheads="1" noChangeAspect="1" noChangeShapeType="1" noEditPoints="1" noGrp="1" noMove="1" noResize="1" noRot="1" noTextEdit="1"/>
              </p:cNvSpPr>
              <p:nvPr>
                <p:ph idx="1"/>
              </p:nvPr>
            </p:nvSpPr>
            <p:spPr>
              <a:xfrm>
                <a:off x="603738" y="900786"/>
                <a:ext cx="8596668" cy="2728823"/>
              </a:xfrm>
              <a:blipFill>
                <a:blip r:embed="rId2"/>
                <a:stretch>
                  <a:fillRect l="-567" t="-1566"/>
                </a:stretch>
              </a:blipFill>
            </p:spPr>
            <p:txBody>
              <a:bodyPr/>
              <a:lstStyle/>
              <a:p>
                <a:r>
                  <a:rPr lang="en-US">
                    <a:noFill/>
                  </a:rPr>
                  <a:t> </a:t>
                </a:r>
              </a:p>
            </p:txBody>
          </p:sp>
        </mc:Fallback>
      </mc:AlternateContent>
      <p:pic>
        <p:nvPicPr>
          <p:cNvPr descr="The title reads “Ln(T) versus Ln(L)”. •  The horizontal axis is labeled Ln(L). •  The vertical axis is labeled Ln(T). •  A straight blue line rises from left to right." id="3074" name="Picture 12">
            <a:extLst>
              <a:ext uri="{FF2B5EF4-FFF2-40B4-BE49-F238E27FC236}">
                <a16:creationId xmlns:a16="http://schemas.microsoft.com/office/drawing/2014/main" id="{6087D865-EC4A-1C85-6A68-6C4B7098CD55}"/>
              </a:ext>
            </a:extLst>
          </p:cNvPr>
          <p:cNvPicPr>
            <a:picLocks noChangeArrowheads="1"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4927" y="3741576"/>
            <a:ext cx="4288091" cy="3116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a14="http://schemas.microsoft.com/office/drawing/2010/main" xmlns:mc="http://schemas.openxmlformats.org/markup-compatibility/2006">
        <mc:Choice Requires="a14">
          <p:sp>
            <p:nvSpPr>
              <p:cNvPr id="11" name="TextBox 10">
                <a:extLst>
                  <a:ext uri="{FF2B5EF4-FFF2-40B4-BE49-F238E27FC236}">
                    <a16:creationId xmlns:a16="http://schemas.microsoft.com/office/drawing/2014/main" id="{557B706C-1952-69AE-1199-70C9AD564DD1}"/>
                  </a:ext>
                </a:extLst>
              </p:cNvPr>
              <p:cNvSpPr txBox="1"/>
              <p:nvPr/>
            </p:nvSpPr>
            <p:spPr>
              <a:xfrm>
                <a:off x="5206481" y="3593775"/>
                <a:ext cx="3788228" cy="3412024"/>
              </a:xfrm>
              <a:prstGeom prst="rect">
                <a:avLst/>
              </a:prstGeom>
              <a:noFill/>
            </p:spPr>
            <p:txBody>
              <a:bodyPr wrap="square">
                <a:spAutoFit/>
              </a:bodyPr>
              <a:lstStyle/>
              <a:p>
                <a:r>
                  <a:rPr dirty="0" lang="en-US"/>
                  <a:t>Specifically, our data points should plot as a straight line as shown above which has the form,</a:t>
                </a:r>
              </a:p>
              <a:p>
                <a:pPr/>
                <a14:m>
                  <m:oMathPara xmlns:m="http://schemas.openxmlformats.org/officeDocument/2006/math">
                    <m:oMathParaPr>
                      <m:jc m:val="centerGroup"/>
                    </m:oMathParaPr>
                    <m:oMath>
                      <m:r>
                        <a:rPr dirty="0" i="1" lang="en-US" smtClean="0">
                          <a:latin charset="0" panose="02040503050406030204" pitchFamily="18" typeface="Cambria Math"/>
                        </a:rPr>
                        <m:t>𝑦</m:t>
                      </m:r>
                      <m:r>
                        <a:rPr dirty="0" i="1" lang="en-US" smtClean="0">
                          <a:latin charset="0" panose="02040503050406030204" pitchFamily="18" typeface="Cambria Math"/>
                        </a:rPr>
                        <m:t>=</m:t>
                      </m:r>
                      <m:r>
                        <a:rPr dirty="0" i="1" lang="en-US" smtClean="0">
                          <a:latin charset="0" panose="02040503050406030204" pitchFamily="18" typeface="Cambria Math"/>
                        </a:rPr>
                        <m:t>𝑎</m:t>
                      </m:r>
                      <m:r>
                        <a:rPr dirty="0" i="1" lang="en-US" smtClean="0">
                          <a:latin charset="0" panose="02040503050406030204" pitchFamily="18" typeface="Cambria Math"/>
                        </a:rPr>
                        <m:t> + </m:t>
                      </m:r>
                      <m:r>
                        <a:rPr dirty="0" i="1" lang="en-US" smtClean="0">
                          <a:latin charset="0" panose="02040503050406030204" pitchFamily="18" typeface="Cambria Math"/>
                        </a:rPr>
                        <m:t>𝑏𝑥</m:t>
                      </m:r>
                      <m:r>
                        <a:rPr dirty="0" i="1" lang="en-US" smtClean="0">
                          <a:latin charset="0" panose="02040503050406030204" pitchFamily="18" typeface="Cambria Math"/>
                        </a:rPr>
                        <m:t> </m:t>
                      </m:r>
                    </m:oMath>
                  </m:oMathPara>
                </a14:m>
                <a:endParaRPr dirty="0" lang="en-US"/>
              </a:p>
              <a:p>
                <a:r>
                  <a:rPr dirty="0" lang="en-US"/>
                  <a:t>Where</a:t>
                </a:r>
              </a:p>
              <a:p>
                <a:pPr/>
                <a14:m>
                  <m:oMathPara xmlns:m="http://schemas.openxmlformats.org/officeDocument/2006/math">
                    <m:oMathParaPr>
                      <m:jc m:val="centerGroup"/>
                    </m:oMathParaPr>
                    <m:oMath>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𝑦</m:t>
                      </m:r>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m:t>
                      </m:r>
                      <m:func>
                        <m:func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uncPr>
                        <m:fName>
                          <m:r>
                            <m:rPr>
                              <m:sty m:val="p"/>
                            </m:rP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ln</m:t>
                          </m:r>
                        </m:fName>
                        <m:e>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𝑇</m:t>
                          </m:r>
                        </m:e>
                      </m:func>
                    </m:oMath>
                  </m:oMathPara>
                </a14:m>
                <a:endParaRPr dirty="0" lang="en-US"/>
              </a:p>
              <a:p>
                <a:pPr/>
                <a14:m>
                  <m:oMathPara xmlns:m="http://schemas.openxmlformats.org/officeDocument/2006/math">
                    <m:oMathParaPr>
                      <m:jc m:val="centerGroup"/>
                    </m:oMathParaPr>
                    <m:oMath>
                      <m:func>
                        <m:func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uncPr>
                        <m:fName>
                          <m:r>
                            <m:rPr>
                              <m:sty m:val="p"/>
                            </m:rP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x</m:t>
                          </m:r>
                          <m: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m:t>
                          </m:r>
                          <m:r>
                            <m:rPr>
                              <m:sty m:val="p"/>
                            </m:rP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ln</m:t>
                          </m:r>
                        </m:fName>
                        <m:e>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𝐿</m:t>
                          </m:r>
                        </m:e>
                      </m:func>
                    </m:oMath>
                  </m:oMathPara>
                </a14:m>
                <a:endParaRPr dirty="0" lang="en-US"/>
              </a:p>
              <a:p>
                <a:pPr/>
                <a14:m>
                  <m:oMathPara xmlns:m="http://schemas.openxmlformats.org/officeDocument/2006/math">
                    <m:oMathParaPr>
                      <m:jc m:val="centerGroup"/>
                    </m:oMathParaPr>
                    <m:oMath>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𝑎</m:t>
                      </m:r>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m:t>
                      </m:r>
                      <m:func>
                        <m:func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uncPr>
                        <m:fName>
                          <m:r>
                            <m:rPr>
                              <m:sty m:val="p"/>
                            </m:rPr>
                            <a:rPr b="0" baseline="0" cap="none" i="0" kern="1200" kumimoji="0" lang="en-US" noProof="0" normalizeH="0" smtClean="0" spc="0" strike="noStrike" u="none">
                              <a:ln>
                                <a:noFill/>
                              </a:ln>
                              <a:solidFill>
                                <a:prstClr val="black"/>
                              </a:solidFill>
                              <a:effectLst/>
                              <a:uLnTx/>
                              <a:uFillTx/>
                              <a:latin charset="0" panose="02040503050406030204" pitchFamily="18" typeface="Cambria Math"/>
                            </a:rPr>
                            <m:t>ln</m:t>
                          </m:r>
                        </m:fName>
                        <m:e>
                          <m:f>
                            <m:f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Pr>
                            <m:num>
                              <m:r>
                                <a:rPr i="1" lang="en-US">
                                  <a:solidFill>
                                    <a:prstClr val="black"/>
                                  </a:solidFill>
                                  <a:latin typeface="Cambria Math"/>
                                </a:rPr>
                                <m:t>2</m:t>
                              </m:r>
                              <m:r>
                                <a:rPr i="1" lang="en-US">
                                  <a:solidFill>
                                    <a:prstClr val="black"/>
                                  </a:solidFill>
                                  <a:latin typeface="Cambria Math"/>
                                  <a:ea typeface="Cambria Math"/>
                                </a:rPr>
                                <m:t>𝜋</m:t>
                              </m:r>
                            </m:num>
                            <m:den>
                              <m:rad>
                                <m:radPr>
                                  <m:degHide m:val="on"/>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radPr>
                                <m:deg/>
                                <m:e>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𝑔</m:t>
                                  </m:r>
                                </m:e>
                              </m:rad>
                            </m:den>
                          </m:f>
                        </m:e>
                      </m:func>
                    </m:oMath>
                  </m:oMathPara>
                </a14:m>
                <a:endParaRPr dirty="0" lang="en-US"/>
              </a:p>
              <a:p>
                <a:pPr/>
                <a14:m>
                  <m:oMathPara xmlns:m="http://schemas.openxmlformats.org/officeDocument/2006/math">
                    <m:oMathParaPr>
                      <m:jc m:val="centerGroup"/>
                    </m:oMathParaPr>
                    <m:oMath>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𝑏</m:t>
                      </m:r>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m:t>
                      </m:r>
                      <m:f>
                        <m:fPr>
                          <m:ctrlP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ctrlPr>
                        </m:fPr>
                        <m:num>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1</m:t>
                          </m:r>
                        </m:num>
                        <m:den>
                          <m:r>
                            <a:rPr b="0" baseline="0" cap="none" i="1" kern="1200" kumimoji="0" lang="en-US" noProof="0" normalizeH="0" smtClean="0" spc="0" strike="noStrike" u="none">
                              <a:ln>
                                <a:noFill/>
                              </a:ln>
                              <a:solidFill>
                                <a:prstClr val="black"/>
                              </a:solidFill>
                              <a:effectLst/>
                              <a:uLnTx/>
                              <a:uFillTx/>
                              <a:latin charset="0" panose="02040503050406030204" pitchFamily="18" typeface="Cambria Math"/>
                            </a:rPr>
                            <m:t>2</m:t>
                          </m:r>
                        </m:den>
                      </m:f>
                    </m:oMath>
                  </m:oMathPara>
                </a14:m>
                <a:endParaRPr dirty="0" lang="en-US"/>
              </a:p>
              <a:p>
                <a:endParaRPr dirty="0" lang="en-US"/>
              </a:p>
            </p:txBody>
          </p:sp>
        </mc:Choice>
        <mc:Fallback>
          <p:sp>
            <p:nvSpPr>
              <p:cNvPr id="11" name="TextBox 10">
                <a:extLst>
                  <a:ext uri="{FF2B5EF4-FFF2-40B4-BE49-F238E27FC236}">
                    <a16:creationId xmlns:a16="http://schemas.microsoft.com/office/drawing/2014/main" id="{557B706C-1952-69AE-1199-70C9AD564DD1}"/>
                  </a:ext>
                </a:extLst>
              </p:cNvPr>
              <p:cNvSpPr txBox="1">
                <a:spLocks noAdjustHandles="1" noChangeArrowheads="1" noChangeAspect="1" noChangeShapeType="1" noEditPoints="1" noMove="1" noResize="1" noRot="1" noTextEdit="1"/>
              </p:cNvSpPr>
              <p:nvPr/>
            </p:nvSpPr>
            <p:spPr>
              <a:xfrm>
                <a:off x="5206481" y="3593775"/>
                <a:ext cx="3788228" cy="3412024"/>
              </a:xfrm>
              <a:prstGeom prst="rect">
                <a:avLst/>
              </a:prstGeom>
              <a:blipFill>
                <a:blip r:embed="rId4"/>
                <a:stretch>
                  <a:fillRect l="-1286" r="-2412" t="-1252"/>
                </a:stretch>
              </a:blipFill>
            </p:spPr>
            <p:txBody>
              <a:bodyPr/>
              <a:lstStyle/>
              <a:p>
                <a:r>
                  <a:rPr lang="en-US">
                    <a:noFill/>
                  </a:rPr>
                  <a:t> </a:t>
                </a:r>
              </a:p>
            </p:txBody>
          </p:sp>
        </mc:Fallback>
      </mc:AlternateContent>
    </p:spTree>
    <p:extLst>
      <p:ext uri="{BB962C8B-B14F-4D97-AF65-F5344CB8AC3E}">
        <p14:creationId xmlns:p14="http://schemas.microsoft.com/office/powerpoint/2010/main" val="3272539670"/>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906C8-B17F-0040-18A7-1271140C3B86}"/>
              </a:ext>
            </a:extLst>
          </p:cNvPr>
          <p:cNvSpPr>
            <a:spLocks noGrp="1"/>
          </p:cNvSpPr>
          <p:nvPr>
            <p:ph type="title"/>
          </p:nvPr>
        </p:nvSpPr>
        <p:spPr>
          <a:xfrm>
            <a:off x="677334" y="609600"/>
            <a:ext cx="8596668" cy="668694"/>
          </a:xfrm>
        </p:spPr>
        <p:txBody>
          <a:bodyPr>
            <a:normAutofit fontScale="90000"/>
          </a:bodyPr>
          <a:lstStyle/>
          <a:p>
            <a:r>
              <a:rPr dirty="0" lang="en-US">
                <a:solidFill>
                  <a:srgbClr val="1391BC"/>
                </a:solidFill>
              </a:rPr>
              <a:t>Introduction, </a:t>
            </a:r>
            <a:r>
              <a:rPr dirty="0" err="1" lang="en-US">
                <a:solidFill>
                  <a:srgbClr val="1391BC"/>
                </a:solidFill>
              </a:rPr>
              <a:t>Cont</a:t>
            </a:r>
            <a:br>
              <a:rPr dirty="0" lang="en-US"/>
            </a:br>
            <a:endParaRPr dirty="0" lang="en-US"/>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9489924F-9BBE-C3FF-3D43-9BBF5E0378EB}"/>
                  </a:ext>
                </a:extLst>
              </p:cNvPr>
              <p:cNvSpPr>
                <a:spLocks noGrp="1"/>
              </p:cNvSpPr>
              <p:nvPr>
                <p:ph idx="1"/>
              </p:nvPr>
            </p:nvSpPr>
            <p:spPr>
              <a:xfrm>
                <a:off x="677334" y="1446245"/>
                <a:ext cx="8596668" cy="4595117"/>
              </a:xfrm>
            </p:spPr>
            <p:txBody>
              <a:bodyPr>
                <a:normAutofit/>
              </a:bodyPr>
              <a:lstStyle/>
              <a:p>
                <a:pPr indent="0" marL="0">
                  <a:buNone/>
                </a:pPr>
                <a:r>
                  <a:rPr dirty="0" lang="en-US"/>
                  <a:t>We can see how well our data confirms the above equation for the period by seeing how close the </a:t>
                </a:r>
                <a14:m>
                  <m:oMath xmlns:m="http://schemas.openxmlformats.org/officeDocument/2006/math">
                    <m:r>
                      <a:rPr dirty="0" i="1" lang="en-US" smtClean="0">
                        <a:latin charset="0" panose="02040503050406030204" pitchFamily="18" typeface="Cambria Math"/>
                      </a:rPr>
                      <m:t>𝑇</m:t>
                    </m:r>
                  </m:oMath>
                </a14:m>
                <a:r>
                  <a:rPr dirty="0" lang="en-US"/>
                  <a:t>-versus-</a:t>
                </a:r>
                <a14:m>
                  <m:oMath xmlns:m="http://schemas.openxmlformats.org/officeDocument/2006/math">
                    <m:r>
                      <a:rPr dirty="0" i="1" lang="en-US" smtClean="0">
                        <a:latin charset="0" panose="02040503050406030204" pitchFamily="18" typeface="Cambria Math"/>
                      </a:rPr>
                      <m:t>𝐿</m:t>
                    </m:r>
                  </m:oMath>
                </a14:m>
                <a:r>
                  <a:rPr dirty="0" lang="en-US"/>
                  <a:t> experimental data points fall to a straight line, how close </a:t>
                </a:r>
                <a14:m>
                  <m:oMath xmlns:m="http://schemas.openxmlformats.org/officeDocument/2006/math">
                    <m:r>
                      <a:rPr dirty="0" i="1" lang="en-US" smtClean="0">
                        <a:latin charset="0" panose="02040503050406030204" pitchFamily="18" typeface="Cambria Math"/>
                      </a:rPr>
                      <m:t>𝑏</m:t>
                    </m:r>
                    <m:r>
                      <a:rPr dirty="0" i="1" lang="en-US" smtClean="0">
                        <a:latin charset="0" panose="02040503050406030204" pitchFamily="18" typeface="Cambria Math"/>
                      </a:rPr>
                      <m:t> </m:t>
                    </m:r>
                  </m:oMath>
                </a14:m>
                <a:r>
                  <a:rPr dirty="0" lang="en-US"/>
                  <a:t>is to </a:t>
                </a:r>
                <a:r>
                  <a:rPr dirty="0" i="0" lang="en-US">
                    <a:latin typeface="+mj-lt"/>
                  </a:rPr>
                  <a:t>0.5</a:t>
                </a:r>
                <a:r>
                  <a:rPr dirty="0" lang="en-US"/>
                  <a:t>, and how close </a:t>
                </a:r>
                <a14:m>
                  <m:oMath xmlns:m="http://schemas.openxmlformats.org/officeDocument/2006/math">
                    <m:r>
                      <a:rPr dirty="0" i="1" lang="en-US" smtClean="0">
                        <a:latin charset="0" panose="02040503050406030204" pitchFamily="18" typeface="Cambria Math"/>
                      </a:rPr>
                      <m:t>𝑔</m:t>
                    </m:r>
                  </m:oMath>
                </a14:m>
                <a:r>
                  <a:rPr dirty="0" lang="en-US"/>
                  <a:t> comes to </a:t>
                </a:r>
                <a14:m>
                  <m:oMath xmlns:m="http://schemas.openxmlformats.org/officeDocument/2006/math">
                    <m:r>
                      <a:rPr dirty="0" i="1" lang="en-US" smtClean="0">
                        <a:latin charset="0" panose="02040503050406030204" pitchFamily="18" typeface="Cambria Math"/>
                      </a:rPr>
                      <m:t>9.80 </m:t>
                    </m:r>
                    <m:r>
                      <a:rPr dirty="0" i="1" lang="en-US" smtClean="0">
                        <a:latin charset="0" panose="02040503050406030204" pitchFamily="18" typeface="Cambria Math"/>
                      </a:rPr>
                      <m:t>𝑚</m:t>
                    </m:r>
                    <m:r>
                      <a:rPr dirty="0" i="1" lang="en-US" smtClean="0">
                        <a:latin charset="0" panose="02040503050406030204" pitchFamily="18" typeface="Cambria Math"/>
                      </a:rPr>
                      <m:t>/</m:t>
                    </m:r>
                    <m:sSup>
                      <m:sSupPr>
                        <m:ctrlPr>
                          <a:rPr dirty="0" i="1" lang="en-US" smtClean="0">
                            <a:latin charset="0" panose="02040503050406030204" pitchFamily="18" typeface="Cambria Math"/>
                          </a:rPr>
                        </m:ctrlPr>
                      </m:sSupPr>
                      <m:e>
                        <m:r>
                          <a:rPr b="0" dirty="0" i="1" lang="en-US" smtClean="0">
                            <a:latin charset="0" panose="02040503050406030204" pitchFamily="18" typeface="Cambria Math"/>
                          </a:rPr>
                          <m:t>𝑠</m:t>
                        </m:r>
                      </m:e>
                      <m:sup>
                        <m:r>
                          <a:rPr b="0" dirty="0" i="1" lang="en-US" smtClean="0">
                            <a:latin charset="0" panose="02040503050406030204" pitchFamily="18" typeface="Cambria Math"/>
                          </a:rPr>
                          <m:t>2</m:t>
                        </m:r>
                      </m:sup>
                    </m:sSup>
                    <m:r>
                      <a:rPr dirty="0" i="1" lang="en-US" smtClean="0">
                        <a:latin charset="0" panose="02040503050406030204" pitchFamily="18" typeface="Cambria Math"/>
                      </a:rPr>
                      <m:t> </m:t>
                    </m:r>
                  </m:oMath>
                </a14:m>
                <a:r>
                  <a:rPr dirty="0" lang="en-US"/>
                  <a:t>when calculated from,</a:t>
                </a:r>
              </a:p>
              <a:p>
                <a:pPr algn="ctr" indent="0" marL="0">
                  <a:buNone/>
                </a:pPr>
                <a:r>
                  <a:rPr dirty="0" lang="en-US"/>
                  <a:t> </a:t>
                </a:r>
                <a14:m>
                  <m:oMath xmlns:m="http://schemas.openxmlformats.org/officeDocument/2006/math">
                    <m:r>
                      <a:rPr dirty="0" i="1" lang="en-US" smtClean="0">
                        <a:latin charset="0" panose="02040503050406030204" pitchFamily="18" typeface="Cambria Math"/>
                      </a:rPr>
                      <m:t>𝑔</m:t>
                    </m:r>
                    <m:r>
                      <a:rPr dirty="0" i="1" lang="en-US" smtClean="0">
                        <a:latin charset="0" panose="02040503050406030204" pitchFamily="18" typeface="Cambria Math"/>
                      </a:rPr>
                      <m:t>=</m:t>
                    </m:r>
                    <m:sSup>
                      <m:sSupPr>
                        <m:ctrlPr>
                          <a:rPr dirty="0" i="1" lang="en-US" smtClean="0">
                            <a:latin charset="0" panose="02040503050406030204" pitchFamily="18" typeface="Cambria Math"/>
                          </a:rPr>
                        </m:ctrlPr>
                      </m:sSupPr>
                      <m:e>
                        <m:d>
                          <m:dPr>
                            <m:ctrlPr>
                              <a:rPr dirty="0" i="1" lang="en-US" smtClean="0">
                                <a:latin charset="0" panose="02040503050406030204" pitchFamily="18" typeface="Cambria Math"/>
                              </a:rPr>
                            </m:ctrlPr>
                          </m:dPr>
                          <m:e>
                            <m:f>
                              <m:fPr>
                                <m:ctrlPr>
                                  <a:rPr dirty="0" i="1" lang="en-US" smtClean="0">
                                    <a:latin charset="0" panose="02040503050406030204" pitchFamily="18" typeface="Cambria Math"/>
                                  </a:rPr>
                                </m:ctrlPr>
                              </m:fPr>
                              <m:num>
                                <m:r>
                                  <a:rPr i="1" lang="en-US">
                                    <a:solidFill>
                                      <a:prstClr val="black"/>
                                    </a:solidFill>
                                    <a:latin typeface="Cambria Math"/>
                                  </a:rPr>
                                  <m:t>2</m:t>
                                </m:r>
                                <m:r>
                                  <a:rPr i="1" lang="en-US">
                                    <a:solidFill>
                                      <a:prstClr val="black"/>
                                    </a:solidFill>
                                    <a:latin typeface="Cambria Math"/>
                                    <a:ea typeface="Cambria Math"/>
                                  </a:rPr>
                                  <m:t>𝜋</m:t>
                                </m:r>
                              </m:num>
                              <m:den>
                                <m:sSup>
                                  <m:sSupPr>
                                    <m:ctrlPr>
                                      <a:rPr dirty="0" i="1" lang="en-US" smtClean="0">
                                        <a:latin charset="0" panose="02040503050406030204" pitchFamily="18" typeface="Cambria Math"/>
                                      </a:rPr>
                                    </m:ctrlPr>
                                  </m:sSupPr>
                                  <m:e>
                                    <m:r>
                                      <a:rPr b="0" dirty="0" i="1" lang="en-US" smtClean="0">
                                        <a:latin charset="0" panose="02040503050406030204" pitchFamily="18" typeface="Cambria Math"/>
                                      </a:rPr>
                                      <m:t>𝑒</m:t>
                                    </m:r>
                                  </m:e>
                                  <m:sup>
                                    <m:r>
                                      <a:rPr b="0" dirty="0" i="1" lang="en-US" smtClean="0">
                                        <a:latin charset="0" panose="02040503050406030204" pitchFamily="18" typeface="Cambria Math"/>
                                      </a:rPr>
                                      <m:t>𝑎</m:t>
                                    </m:r>
                                  </m:sup>
                                </m:sSup>
                              </m:den>
                            </m:f>
                          </m:e>
                        </m:d>
                      </m:e>
                      <m:sup>
                        <m:r>
                          <a:rPr b="0" dirty="0" i="1" lang="en-US" smtClean="0">
                            <a:latin charset="0" panose="02040503050406030204" pitchFamily="18" typeface="Cambria Math"/>
                          </a:rPr>
                          <m:t>2</m:t>
                        </m:r>
                      </m:sup>
                    </m:sSup>
                  </m:oMath>
                </a14:m>
                <a:endParaRPr dirty="0" lang="en-US"/>
              </a:p>
              <a:p>
                <a:pPr indent="0" marL="0">
                  <a:buNone/>
                </a:pPr>
                <a:r>
                  <a:rPr dirty="0" lang="en-US"/>
                  <a:t>Note that comparing the </a:t>
                </a:r>
                <a14:m>
                  <m:oMath xmlns:m="http://schemas.openxmlformats.org/officeDocument/2006/math">
                    <m:r>
                      <a:rPr dirty="0" i="1" lang="en-US" smtClean="0">
                        <a:latin charset="0" panose="02040503050406030204" pitchFamily="18" typeface="Cambria Math"/>
                      </a:rPr>
                      <m:t>𝑔</m:t>
                    </m:r>
                  </m:oMath>
                </a14:m>
                <a:r>
                  <a:rPr dirty="0" lang="en-US"/>
                  <a:t> value is really the equivalent of comparing the intercept with the value of </a:t>
                </a:r>
                <a14:m>
                  <m:oMath xmlns:m="http://schemas.openxmlformats.org/officeDocument/2006/math">
                    <m:r>
                      <a:rPr dirty="0" i="1" lang="en-US" smtClean="0">
                        <a:latin charset="0" panose="02040503050406030204" pitchFamily="18" typeface="Cambria Math"/>
                      </a:rPr>
                      <m:t>𝑎</m:t>
                    </m:r>
                    <m:r>
                      <a:rPr dirty="0" i="1" lang="en-US" smtClean="0">
                        <a:latin charset="0" panose="02040503050406030204" pitchFamily="18" typeface="Cambria Math"/>
                      </a:rPr>
                      <m:t> </m:t>
                    </m:r>
                  </m:oMath>
                </a14:m>
                <a:r>
                  <a:rPr dirty="0" lang="en-US"/>
                  <a:t>calculated from the above relation with </a:t>
                </a:r>
                <a14:m>
                  <m:oMath xmlns:m="http://schemas.openxmlformats.org/officeDocument/2006/math">
                    <m:r>
                      <a:rPr dirty="0" i="1" lang="en-US" smtClean="0">
                        <a:latin charset="0" panose="02040503050406030204" pitchFamily="18" typeface="Cambria Math"/>
                      </a:rPr>
                      <m:t>𝑔</m:t>
                    </m:r>
                    <m:r>
                      <a:rPr dirty="0" i="1" lang="en-US" smtClean="0">
                        <a:latin charset="0" panose="02040503050406030204" pitchFamily="18" typeface="Cambria Math"/>
                      </a:rPr>
                      <m:t> </m:t>
                    </m:r>
                  </m:oMath>
                </a14:m>
                <a:r>
                  <a:rPr dirty="0" lang="en-US"/>
                  <a:t>equal to </a:t>
                </a:r>
                <a14:m>
                  <m:oMath xmlns:m="http://schemas.openxmlformats.org/officeDocument/2006/math">
                    <m:r>
                      <a:rPr dirty="0" i="1" lang="en-US" smtClean="0">
                        <a:latin charset="0" panose="02040503050406030204" pitchFamily="18" typeface="Cambria Math"/>
                      </a:rPr>
                      <m:t>9.8.  </m:t>
                    </m:r>
                  </m:oMath>
                </a14:m>
                <a:endParaRPr dirty="0" lang="en-US"/>
              </a:p>
              <a:p>
                <a:pPr indent="0" marL="0">
                  <a:buNone/>
                </a:pPr>
                <a:r>
                  <a:rPr dirty="0" lang="en-US"/>
                  <a:t>We can also directly measure </a:t>
                </a:r>
                <a14:m>
                  <m:oMath xmlns:m="http://schemas.openxmlformats.org/officeDocument/2006/math">
                    <m:r>
                      <a:rPr dirty="0" i="1" lang="en-US" smtClean="0">
                        <a:latin charset="0" panose="02040503050406030204" pitchFamily="18" typeface="Cambria Math"/>
                      </a:rPr>
                      <m:t>𝑇</m:t>
                    </m:r>
                  </m:oMath>
                </a14:m>
                <a:r>
                  <a:rPr dirty="0" lang="en-US"/>
                  <a:t> and </a:t>
                </a:r>
                <a14:m>
                  <m:oMath xmlns:m="http://schemas.openxmlformats.org/officeDocument/2006/math">
                    <m:r>
                      <a:rPr dirty="0" i="1" lang="en-US" smtClean="0">
                        <a:latin charset="0" panose="02040503050406030204" pitchFamily="18" typeface="Cambria Math"/>
                      </a:rPr>
                      <m:t>𝐿</m:t>
                    </m:r>
                  </m:oMath>
                </a14:m>
                <a:r>
                  <a:rPr dirty="0" lang="en-US"/>
                  <a:t> to get a value for </a:t>
                </a:r>
                <a14:m>
                  <m:oMath xmlns:m="http://schemas.openxmlformats.org/officeDocument/2006/math">
                    <m:r>
                      <a:rPr dirty="0" i="1" lang="en-US" smtClean="0">
                        <a:latin charset="0" panose="02040503050406030204" pitchFamily="18" typeface="Cambria Math"/>
                      </a:rPr>
                      <m:t>𝑔</m:t>
                    </m:r>
                  </m:oMath>
                </a14:m>
                <a:r>
                  <a:rPr dirty="0" lang="en-US"/>
                  <a:t>.  Since both </a:t>
                </a:r>
                <a14:m>
                  <m:oMath xmlns:m="http://schemas.openxmlformats.org/officeDocument/2006/math">
                    <m:r>
                      <a:rPr dirty="0" i="1" lang="en-US" smtClean="0">
                        <a:latin charset="0" panose="02040503050406030204" pitchFamily="18" typeface="Cambria Math"/>
                      </a:rPr>
                      <m:t>𝑇</m:t>
                    </m:r>
                  </m:oMath>
                </a14:m>
                <a:r>
                  <a:rPr dirty="0" lang="en-US"/>
                  <a:t> and </a:t>
                </a:r>
                <a14:m>
                  <m:oMath xmlns:m="http://schemas.openxmlformats.org/officeDocument/2006/math">
                    <m:r>
                      <a:rPr dirty="0" i="1" lang="en-US" smtClean="0">
                        <a:latin charset="0" panose="02040503050406030204" pitchFamily="18" typeface="Cambria Math"/>
                      </a:rPr>
                      <m:t>𝐿</m:t>
                    </m:r>
                  </m:oMath>
                </a14:m>
                <a:r>
                  <a:rPr dirty="0" lang="en-US"/>
                  <a:t> can be measured rather precisely for a larger pendulum, this method can yield a surprisingly precise value for </a:t>
                </a:r>
                <a14:m>
                  <m:oMath xmlns:m="http://schemas.openxmlformats.org/officeDocument/2006/math">
                    <m:r>
                      <a:rPr dirty="0" i="1" lang="en-US" smtClean="0">
                        <a:latin charset="0" panose="02040503050406030204" pitchFamily="18" typeface="Cambria Math"/>
                      </a:rPr>
                      <m:t>𝑔</m:t>
                    </m:r>
                  </m:oMath>
                </a14:m>
                <a:r>
                  <a:rPr dirty="0" lang="en-US"/>
                  <a:t>.  Each group will have a chance to take data on a large pendulum and calculate </a:t>
                </a:r>
                <a14:m>
                  <m:oMath xmlns:m="http://schemas.openxmlformats.org/officeDocument/2006/math">
                    <m:r>
                      <a:rPr dirty="0" i="1" lang="en-US" smtClean="0">
                        <a:latin charset="0" panose="02040503050406030204" pitchFamily="18" typeface="Cambria Math"/>
                      </a:rPr>
                      <m:t>𝑔</m:t>
                    </m:r>
                  </m:oMath>
                </a14:m>
                <a:r>
                  <a:rPr dirty="0" lang="en-US"/>
                  <a:t> from the following expression.</a:t>
                </a:r>
              </a:p>
              <a:p>
                <a:pPr algn="ctr" indent="0" marL="0">
                  <a:buNone/>
                </a:pPr>
                <a:r>
                  <a:rPr dirty="0" lang="en-US"/>
                  <a:t>  </a:t>
                </a:r>
                <a14:m>
                  <m:oMath xmlns:m="http://schemas.openxmlformats.org/officeDocument/2006/math">
                    <m:r>
                      <a:rPr dirty="0" i="1" lang="en-US" smtClean="0">
                        <a:latin charset="0" panose="02040503050406030204" pitchFamily="18" typeface="Cambria Math"/>
                      </a:rPr>
                      <m:t>𝑔</m:t>
                    </m:r>
                    <m:r>
                      <a:rPr dirty="0" i="1" lang="en-US" smtClean="0">
                        <a:latin charset="0" panose="02040503050406030204" pitchFamily="18" typeface="Cambria Math"/>
                      </a:rPr>
                      <m:t>=</m:t>
                    </m:r>
                    <m:f>
                      <m:fPr>
                        <m:ctrlPr>
                          <a:rPr dirty="0" i="1" lang="en-US" smtClean="0">
                            <a:latin charset="0" panose="02040503050406030204" pitchFamily="18" typeface="Cambria Math"/>
                          </a:rPr>
                        </m:ctrlPr>
                      </m:fPr>
                      <m:num>
                        <m:r>
                          <a:rPr b="0" dirty="0" i="1" lang="en-US" smtClean="0">
                            <a:latin charset="0" panose="02040503050406030204" pitchFamily="18" typeface="Cambria Math"/>
                          </a:rPr>
                          <m:t>4</m:t>
                        </m:r>
                        <m:sSup>
                          <m:sSupPr>
                            <m:ctrlPr>
                              <a:rPr b="0" dirty="0" i="1" lang="en-US" smtClean="0">
                                <a:latin charset="0" panose="02040503050406030204" pitchFamily="18" typeface="Cambria Math"/>
                              </a:rPr>
                            </m:ctrlPr>
                          </m:sSupPr>
                          <m:e>
                            <m:r>
                              <a:rPr b="0" dirty="0" i="1" lang="en-US" smtClean="0">
                                <a:latin charset="0" panose="02040503050406030204" pitchFamily="18" typeface="Cambria Math"/>
                                <a:ea charset="0" panose="02040503050406030204" pitchFamily="18" typeface="Cambria Math"/>
                              </a:rPr>
                              <m:t>𝜋</m:t>
                            </m:r>
                          </m:e>
                          <m:sup>
                            <m:r>
                              <a:rPr b="0" dirty="0" i="1" lang="en-US" smtClean="0">
                                <a:latin charset="0" panose="02040503050406030204" pitchFamily="18" typeface="Cambria Math"/>
                              </a:rPr>
                              <m:t>2</m:t>
                            </m:r>
                          </m:sup>
                        </m:sSup>
                        <m:r>
                          <a:rPr b="0" dirty="0" i="1" lang="en-US" smtClean="0">
                            <a:latin charset="0" panose="02040503050406030204" pitchFamily="18" typeface="Cambria Math"/>
                          </a:rPr>
                          <m:t>𝐿</m:t>
                        </m:r>
                      </m:num>
                      <m:den>
                        <m:sSup>
                          <m:sSupPr>
                            <m:ctrlPr>
                              <a:rPr dirty="0" i="1" lang="en-US" smtClean="0">
                                <a:latin charset="0" panose="02040503050406030204" pitchFamily="18" typeface="Cambria Math"/>
                              </a:rPr>
                            </m:ctrlPr>
                          </m:sSupPr>
                          <m:e>
                            <m:r>
                              <a:rPr b="0" dirty="0" i="1" lang="en-US" smtClean="0">
                                <a:latin charset="0" panose="02040503050406030204" pitchFamily="18" typeface="Cambria Math"/>
                              </a:rPr>
                              <m:t>𝑇</m:t>
                            </m:r>
                          </m:e>
                          <m:sup>
                            <m:r>
                              <a:rPr b="0" dirty="0" i="1" lang="en-US" smtClean="0">
                                <a:latin charset="0" panose="02040503050406030204" pitchFamily="18" typeface="Cambria Math"/>
                              </a:rPr>
                              <m:t>2</m:t>
                            </m:r>
                          </m:sup>
                        </m:sSup>
                      </m:den>
                    </m:f>
                  </m:oMath>
                </a14:m>
                <a:endParaRPr dirty="0" lang="en-US"/>
              </a:p>
            </p:txBody>
          </p:sp>
        </mc:Choice>
        <mc:Fallback>
          <p:sp>
            <p:nvSpPr>
              <p:cNvPr id="3" name="Content Placeholder 2">
                <a:extLst>
                  <a:ext uri="{FF2B5EF4-FFF2-40B4-BE49-F238E27FC236}">
                    <a16:creationId xmlns:a16="http://schemas.microsoft.com/office/drawing/2014/main" id="{9489924F-9BBE-C3FF-3D43-9BBF5E0378EB}"/>
                  </a:ext>
                </a:extLst>
              </p:cNvPr>
              <p:cNvSpPr>
                <a:spLocks noAdjustHandles="1" noChangeArrowheads="1" noChangeAspect="1" noChangeShapeType="1" noEditPoints="1" noGrp="1" noMove="1" noResize="1" noRot="1" noTextEdit="1"/>
              </p:cNvSpPr>
              <p:nvPr>
                <p:ph idx="1"/>
              </p:nvPr>
            </p:nvSpPr>
            <p:spPr>
              <a:xfrm>
                <a:off x="677334" y="1446245"/>
                <a:ext cx="8596668" cy="4595117"/>
              </a:xfrm>
              <a:blipFill>
                <a:blip r:embed="rId2"/>
                <a:stretch>
                  <a:fillRect l="-567" r="-284" t="-796"/>
                </a:stretch>
              </a:blipFill>
            </p:spPr>
            <p:txBody>
              <a:bodyPr/>
              <a:lstStyle/>
              <a:p>
                <a:r>
                  <a:rPr lang="en-US">
                    <a:noFill/>
                  </a:rPr>
                  <a:t> </a:t>
                </a:r>
              </a:p>
            </p:txBody>
          </p:sp>
        </mc:Fallback>
      </mc:AlternateContent>
    </p:spTree>
    <p:extLst>
      <p:ext uri="{BB962C8B-B14F-4D97-AF65-F5344CB8AC3E}">
        <p14:creationId xmlns:p14="http://schemas.microsoft.com/office/powerpoint/2010/main" val="3714522593"/>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3BCB-DB7B-1E18-BDE1-81323824031B}"/>
              </a:ext>
              <a:ext uri="{C183D7F6-B498-43B3-948B-1728B52AA6E4}">
                <adec:decorative xmlns:adec="http://schemas.microsoft.com/office/drawing/2017/decorative" val="1"/>
              </a:ext>
            </a:extLst>
          </p:cNvPr>
          <p:cNvSpPr>
            <a:spLocks noGrp="1"/>
          </p:cNvSpPr>
          <p:nvPr>
            <p:ph type="title"/>
          </p:nvPr>
        </p:nvSpPr>
        <p:spPr>
          <a:xfrm>
            <a:off x="149136" y="265518"/>
            <a:ext cx="8596668" cy="734008"/>
          </a:xfrm>
        </p:spPr>
        <p:txBody>
          <a:bodyPr/>
          <a:lstStyle/>
          <a:p>
            <a:r>
              <a:rPr dirty="0" lang="en-US">
                <a:solidFill>
                  <a:srgbClr val="1391BC"/>
                </a:solidFill>
              </a:rPr>
              <a:t>Apparatus</a:t>
            </a:r>
          </a:p>
        </p:txBody>
      </p:sp>
      <p:graphicFrame>
        <p:nvGraphicFramePr>
          <p:cNvPr id="4" name="Content Placeholder 3">
            <a:extLst>
              <a:ext uri="{FF2B5EF4-FFF2-40B4-BE49-F238E27FC236}">
                <a16:creationId xmlns:a16="http://schemas.microsoft.com/office/drawing/2014/main" id="{CE3B28D4-D845-C5C4-5AE3-1BCC358A24E2}"/>
              </a:ext>
            </a:extLst>
          </p:cNvPr>
          <p:cNvGraphicFramePr>
            <a:graphicFrameLocks noGrp="1"/>
          </p:cNvGraphicFramePr>
          <p:nvPr>
            <p:ph idx="1"/>
            <p:extLst>
              <p:ext uri="{D42A27DB-BD31-4B8C-83A1-F6EECF244321}">
                <p14:modId xmlns:p14="http://schemas.microsoft.com/office/powerpoint/2010/main" val="1158803300"/>
              </p:ext>
            </p:extLst>
          </p:nvPr>
        </p:nvGraphicFramePr>
        <p:xfrm>
          <a:off x="149136" y="1063690"/>
          <a:ext cx="6642189" cy="1938920"/>
        </p:xfrm>
        <a:graphic>
          <a:graphicData uri="http://schemas.openxmlformats.org/drawingml/2006/table">
            <a:tbl>
              <a:tblPr firstRow="1"/>
              <a:tblGrid>
                <a:gridCol w="3241764">
                  <a:extLst>
                    <a:ext uri="{9D8B030D-6E8A-4147-A177-3AD203B41FA5}">
                      <a16:colId xmlns:a16="http://schemas.microsoft.com/office/drawing/2014/main" val="850195501"/>
                    </a:ext>
                  </a:extLst>
                </a:gridCol>
                <a:gridCol w="3400425">
                  <a:extLst>
                    <a:ext uri="{9D8B030D-6E8A-4147-A177-3AD203B41FA5}">
                      <a16:colId xmlns:a16="http://schemas.microsoft.com/office/drawing/2014/main" val="1693334878"/>
                    </a:ext>
                  </a:extLst>
                </a:gridCol>
              </a:tblGrid>
              <a:tr h="484730">
                <a:tc>
                  <a:txBody>
                    <a:bodyPr/>
                    <a:lstStyle/>
                    <a:p>
                      <a:pPr hangingPunct="0" marL="0" marR="0">
                        <a:lnSpc>
                          <a:spcPts val="1200"/>
                        </a:lnSpc>
                        <a:spcBef>
                          <a:spcPts val="0"/>
                        </a:spcBef>
                        <a:spcAft>
                          <a:spcPts val="0"/>
                        </a:spcAft>
                        <a:tabLst>
                          <a:tab algn="l" pos="228600"/>
                        </a:tabLst>
                      </a:pPr>
                      <a:r>
                        <a:rPr dirty="0" lang="en-US" sz="2000">
                          <a:effectLst/>
                          <a:latin charset="0" panose="02020603050405020304" pitchFamily="18" typeface="Times New Roman"/>
                          <a:ea charset="0" panose="02020603050405020304" pitchFamily="18" typeface="Times New Roman"/>
                        </a:rPr>
                        <a:t>Meter Stick</a:t>
                      </a: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hangingPunct="0" marL="0" marR="0">
                        <a:lnSpc>
                          <a:spcPts val="1200"/>
                        </a:lnSpc>
                        <a:spcBef>
                          <a:spcPts val="0"/>
                        </a:spcBef>
                        <a:spcAft>
                          <a:spcPts val="0"/>
                        </a:spcAft>
                        <a:tabLst>
                          <a:tab algn="l" pos="228600"/>
                        </a:tabLst>
                      </a:pPr>
                      <a:r>
                        <a:rPr dirty="0" lang="en-US" sz="2000">
                          <a:solidFill>
                            <a:srgbClr val="000000"/>
                          </a:solidFill>
                          <a:effectLst/>
                          <a:latin charset="0" panose="02020603050405020304" pitchFamily="18" typeface="Times New Roman"/>
                          <a:ea charset="0" panose="02020603050405020304" pitchFamily="18" typeface="Times New Roman"/>
                        </a:rPr>
                        <a:t>Stopwatch</a:t>
                      </a:r>
                      <a:endParaRPr dirty="0" lang="en-US" sz="2000">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4245591438"/>
                  </a:ext>
                </a:extLst>
              </a:tr>
              <a:tr h="484730">
                <a:tc>
                  <a:txBody>
                    <a:bodyPr/>
                    <a:lstStyle/>
                    <a:p>
                      <a:pPr hangingPunct="0" marL="0" marR="0">
                        <a:lnSpc>
                          <a:spcPts val="1200"/>
                        </a:lnSpc>
                        <a:spcBef>
                          <a:spcPts val="0"/>
                        </a:spcBef>
                        <a:spcAft>
                          <a:spcPts val="0"/>
                        </a:spcAft>
                        <a:tabLst>
                          <a:tab algn="l" pos="228600"/>
                        </a:tabLst>
                      </a:pPr>
                      <a:r>
                        <a:rPr dirty="0" lang="en-US" sz="2000">
                          <a:solidFill>
                            <a:srgbClr val="000000"/>
                          </a:solidFill>
                          <a:effectLst/>
                          <a:latin charset="0" panose="02020603050405020304" pitchFamily="18" typeface="Times New Roman"/>
                          <a:ea charset="0" panose="02020603050405020304" pitchFamily="18" typeface="Times New Roman"/>
                        </a:rPr>
                        <a:t>Lab Pro</a:t>
                      </a:r>
                      <a:endParaRPr dirty="0" lang="en-US" sz="2000">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hangingPunct="0" marL="0" marR="0">
                        <a:lnSpc>
                          <a:spcPts val="1200"/>
                        </a:lnSpc>
                        <a:spcBef>
                          <a:spcPts val="0"/>
                        </a:spcBef>
                        <a:spcAft>
                          <a:spcPts val="0"/>
                        </a:spcAft>
                        <a:tabLst>
                          <a:tab algn="l" pos="228600"/>
                        </a:tabLst>
                      </a:pPr>
                      <a:r>
                        <a:rPr dirty="0" lang="en-US" sz="2000">
                          <a:solidFill>
                            <a:srgbClr val="000000"/>
                          </a:solidFill>
                          <a:effectLst/>
                          <a:latin charset="0" panose="02020603050405020304" pitchFamily="18" typeface="Times New Roman"/>
                          <a:ea charset="0" panose="02020603050405020304" pitchFamily="18" typeface="Times New Roman"/>
                        </a:rPr>
                        <a:t>string</a:t>
                      </a:r>
                      <a:endParaRPr dirty="0" lang="en-US" sz="2000">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3161585375"/>
                  </a:ext>
                </a:extLst>
              </a:tr>
              <a:tr h="484730">
                <a:tc>
                  <a:txBody>
                    <a:bodyPr/>
                    <a:lstStyle/>
                    <a:p>
                      <a:pPr hangingPunct="0" marL="0" marR="0">
                        <a:lnSpc>
                          <a:spcPts val="1200"/>
                        </a:lnSpc>
                        <a:spcBef>
                          <a:spcPts val="0"/>
                        </a:spcBef>
                        <a:spcAft>
                          <a:spcPts val="0"/>
                        </a:spcAft>
                        <a:tabLst>
                          <a:tab algn="l" pos="228600"/>
                        </a:tabLst>
                      </a:pPr>
                      <a:r>
                        <a:rPr dirty="0" lang="en-US" sz="2000">
                          <a:solidFill>
                            <a:srgbClr val="000000"/>
                          </a:solidFill>
                          <a:effectLst/>
                          <a:latin charset="0" panose="02020603050405020304" pitchFamily="18" typeface="Times New Roman"/>
                          <a:ea charset="0" panose="02020603050405020304" pitchFamily="18" typeface="Times New Roman"/>
                        </a:rPr>
                        <a:t>Spherical Bob</a:t>
                      </a:r>
                      <a:endParaRPr dirty="0" lang="en-US" sz="2000">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hangingPunct="0" marL="0" marR="0">
                        <a:lnSpc>
                          <a:spcPts val="1200"/>
                        </a:lnSpc>
                        <a:spcBef>
                          <a:spcPts val="0"/>
                        </a:spcBef>
                        <a:spcAft>
                          <a:spcPts val="0"/>
                        </a:spcAft>
                        <a:tabLst>
                          <a:tab algn="l" pos="228600"/>
                        </a:tabLst>
                      </a:pPr>
                      <a:r>
                        <a:rPr dirty="0" lang="en-US" sz="2000">
                          <a:solidFill>
                            <a:srgbClr val="000000"/>
                          </a:solidFill>
                          <a:effectLst/>
                          <a:latin charset="0" panose="02020603050405020304" pitchFamily="18" typeface="Times New Roman"/>
                          <a:ea charset="0" panose="02020603050405020304" pitchFamily="18" typeface="Times New Roman"/>
                        </a:rPr>
                        <a:t>Large protractor</a:t>
                      </a:r>
                      <a:endParaRPr dirty="0" lang="en-US" sz="2000">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2358611245"/>
                  </a:ext>
                </a:extLst>
              </a:tr>
              <a:tr h="484730">
                <a:tc>
                  <a:txBody>
                    <a:bodyPr/>
                    <a:lstStyle/>
                    <a:p>
                      <a:pPr hangingPunct="0" marL="0" marR="0">
                        <a:lnSpc>
                          <a:spcPts val="1200"/>
                        </a:lnSpc>
                        <a:spcBef>
                          <a:spcPts val="0"/>
                        </a:spcBef>
                        <a:spcAft>
                          <a:spcPts val="0"/>
                        </a:spcAft>
                        <a:tabLst>
                          <a:tab algn="l" pos="228600"/>
                        </a:tabLst>
                      </a:pPr>
                      <a:r>
                        <a:rPr dirty="0" lang="en-US" sz="2000">
                          <a:effectLst/>
                          <a:latin charset="0" panose="02020603050405020304" pitchFamily="18" typeface="Times New Roman"/>
                          <a:ea charset="0" panose="02020603050405020304" pitchFamily="18" typeface="Times New Roman"/>
                        </a:rPr>
                        <a:t>Pendulum Clamp</a:t>
                      </a: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hangingPunct="0" marL="0" marR="0">
                        <a:lnSpc>
                          <a:spcPts val="1200"/>
                        </a:lnSpc>
                        <a:spcBef>
                          <a:spcPts val="0"/>
                        </a:spcBef>
                        <a:spcAft>
                          <a:spcPts val="0"/>
                        </a:spcAft>
                        <a:tabLst>
                          <a:tab algn="l" pos="228600"/>
                        </a:tabLst>
                      </a:pPr>
                      <a:r>
                        <a:rPr dirty="0" lang="en-US" sz="2000">
                          <a:solidFill>
                            <a:srgbClr val="000000"/>
                          </a:solidFill>
                          <a:effectLst/>
                          <a:latin charset="0" panose="02020603050405020304" pitchFamily="18" typeface="Times New Roman"/>
                          <a:ea charset="0" panose="02020603050405020304" pitchFamily="18" typeface="Times New Roman"/>
                        </a:rPr>
                        <a:t> </a:t>
                      </a:r>
                      <a:endParaRPr dirty="0" lang="en-US" sz="2000">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2466683886"/>
                  </a:ext>
                </a:extLst>
              </a:tr>
            </a:tbl>
          </a:graphicData>
        </a:graphic>
      </p:graphicFrame>
      <p:pic>
        <p:nvPicPr>
          <p:cNvPr id="3" name="Picture 10" descr="The word &quot;Apparatus&quot;">
            <a:extLst>
              <a:ext uri="{FF2B5EF4-FFF2-40B4-BE49-F238E27FC236}">
                <a16:creationId xmlns:a16="http://schemas.microsoft.com/office/drawing/2014/main" id="{E9138C25-D8EC-251E-B7B4-006D43A78698}"/>
              </a:ext>
            </a:extLst>
          </p:cNvPr>
          <p:cNvPicPr>
            <a:picLocks noChangeArrowheads="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77100" y="728176"/>
            <a:ext cx="3733022" cy="513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3411304"/>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53434-05D7-8129-C445-BB6AE88DBD8D}"/>
              </a:ext>
            </a:extLst>
          </p:cNvPr>
          <p:cNvSpPr>
            <a:spLocks noGrp="1"/>
          </p:cNvSpPr>
          <p:nvPr>
            <p:ph type="title"/>
          </p:nvPr>
        </p:nvSpPr>
        <p:spPr>
          <a:xfrm>
            <a:off x="677334" y="199053"/>
            <a:ext cx="8596668" cy="771331"/>
          </a:xfrm>
        </p:spPr>
        <p:txBody>
          <a:bodyPr/>
          <a:lstStyle/>
          <a:p>
            <a:r>
              <a:rPr dirty="0" lang="en-US">
                <a:solidFill>
                  <a:srgbClr val="1391BC"/>
                </a:solidFill>
              </a:rPr>
              <a:t>Procedure 1., Changing Mass</a:t>
            </a:r>
          </a:p>
        </p:txBody>
      </p:sp>
      <p:sp>
        <p:nvSpPr>
          <p:cNvPr id="3" name="Content Placeholder 2">
            <a:extLst>
              <a:ext uri="{FF2B5EF4-FFF2-40B4-BE49-F238E27FC236}">
                <a16:creationId xmlns:a16="http://schemas.microsoft.com/office/drawing/2014/main" id="{826FF5E2-DA77-4D2D-7555-08975E76135F}"/>
              </a:ext>
            </a:extLst>
          </p:cNvPr>
          <p:cNvSpPr>
            <a:spLocks noGrp="1"/>
          </p:cNvSpPr>
          <p:nvPr>
            <p:ph idx="1"/>
          </p:nvPr>
        </p:nvSpPr>
        <p:spPr>
          <a:xfrm>
            <a:off x="677334" y="1040743"/>
            <a:ext cx="8596668" cy="3880773"/>
          </a:xfrm>
        </p:spPr>
        <p:txBody>
          <a:bodyPr>
            <a:normAutofit lnSpcReduction="10000"/>
          </a:bodyPr>
          <a:lstStyle/>
          <a:p>
            <a:pPr indent="0" marL="0">
              <a:buNone/>
            </a:pPr>
            <a:r>
              <a:rPr dirty="0" lang="en-US"/>
              <a:t>1.	Set up your pendulum as shown by your instructor. The longer the pendulum the better for this part of the lab, subject of course to practical limitations. You will be changing the pendulum length throughout the experiment, so feed the string through a hole in the apparatus and tie it off in a way that will be easy to untie and change the length. Step 1:Verify that the period is independent of mass. You will do this by measuring the period for two different masses while keeping the length constant. Keeping the length constant can be tricky because you must judge the center of mass for the bob. Use a stopwatch to time. Start the pendulum swinging and when satisfied that it is in a good position, time the bob for about 10 cycles and record your data below. It is not necessary to start timing when you release the bob. Start timing when it passes a convenient reference point, e.g., the pole in the table that facilitates counting cycles. One cycle is the time it takes for the bob to return to the same point and be moving in the same direction: either at the bottom or at the starting point.</a:t>
            </a:r>
          </a:p>
        </p:txBody>
      </p:sp>
      <p:graphicFrame>
        <p:nvGraphicFramePr>
          <p:cNvPr id="8" name="Object 7">
            <a:extLst>
              <a:ext uri="{FF2B5EF4-FFF2-40B4-BE49-F238E27FC236}">
                <a16:creationId xmlns:a16="http://schemas.microsoft.com/office/drawing/2014/main" id="{A3AAF979-D42E-A50D-DDA8-C946E41A6D37}"/>
              </a:ext>
            </a:extLst>
          </p:cNvPr>
          <p:cNvGraphicFramePr>
            <a:graphicFrameLocks noChangeAspect="1"/>
          </p:cNvGraphicFramePr>
          <p:nvPr>
            <p:extLst>
              <p:ext uri="{D42A27DB-BD31-4B8C-83A1-F6EECF244321}">
                <p14:modId xmlns:p14="http://schemas.microsoft.com/office/powerpoint/2010/main" val="4132753920"/>
              </p:ext>
            </p:extLst>
          </p:nvPr>
        </p:nvGraphicFramePr>
        <p:xfrm>
          <a:off x="-1245584" y="4698608"/>
          <a:ext cx="13368869" cy="1960339"/>
        </p:xfrm>
        <a:graphic>
          <a:graphicData uri="http://schemas.openxmlformats.org/presentationml/2006/ole">
            <mc:AlternateContent xmlns:mc="http://schemas.openxmlformats.org/markup-compatibility/2006">
              <mc:Choice xmlns:v="urn:schemas-microsoft-com:vml" Requires="v">
                <p:oleObj imgH="1356308" imgW="9246008" name="Document" progId="Word.Document.12" r:id="rId2">
                  <p:embed/>
                </p:oleObj>
              </mc:Choice>
              <mc:Fallback>
                <p:oleObj imgH="1356308" imgW="9246008" name="Document" progId="Word.Document.12" r:id="rId2">
                  <p:embed/>
                  <p:pic>
                    <p:nvPicPr>
                      <p:cNvPr id="8" name="Object 7">
                        <a:extLst>
                          <a:ext uri="{FF2B5EF4-FFF2-40B4-BE49-F238E27FC236}">
                            <a16:creationId xmlns:a16="http://schemas.microsoft.com/office/drawing/2014/main" id="{A3AAF979-D42E-A50D-DDA8-C946E41A6D37}"/>
                          </a:ext>
                        </a:extLst>
                      </p:cNvPr>
                      <p:cNvPicPr/>
                      <p:nvPr/>
                    </p:nvPicPr>
                    <p:blipFill>
                      <a:blip r:embed="rId3"/>
                      <a:stretch>
                        <a:fillRect/>
                      </a:stretch>
                    </p:blipFill>
                    <p:spPr>
                      <a:xfrm>
                        <a:off x="-1245584" y="4698608"/>
                        <a:ext cx="13368869" cy="1960339"/>
                      </a:xfrm>
                      <a:prstGeom prst="rect">
                        <a:avLst/>
                      </a:prstGeom>
                    </p:spPr>
                  </p:pic>
                </p:oleObj>
              </mc:Fallback>
            </mc:AlternateContent>
          </a:graphicData>
        </a:graphic>
      </p:graphicFrame>
    </p:spTree>
    <p:extLst>
      <p:ext uri="{BB962C8B-B14F-4D97-AF65-F5344CB8AC3E}">
        <p14:creationId xmlns:p14="http://schemas.microsoft.com/office/powerpoint/2010/main" val="3103163716"/>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C2D94-36AF-97ED-4DF3-EAA8F5B914C8}"/>
              </a:ext>
            </a:extLst>
          </p:cNvPr>
          <p:cNvSpPr>
            <a:spLocks noGrp="1"/>
          </p:cNvSpPr>
          <p:nvPr>
            <p:ph type="title"/>
          </p:nvPr>
        </p:nvSpPr>
        <p:spPr>
          <a:xfrm>
            <a:off x="677334" y="454688"/>
            <a:ext cx="8596668" cy="723900"/>
          </a:xfrm>
        </p:spPr>
        <p:txBody>
          <a:bodyPr/>
          <a:lstStyle/>
          <a:p>
            <a:r>
              <a:rPr dirty="0" lang="en-US">
                <a:solidFill>
                  <a:srgbClr val="1391BC"/>
                </a:solidFill>
              </a:rPr>
              <a:t>Procedure 2., Changing Angles</a:t>
            </a:r>
          </a:p>
        </p:txBody>
      </p:sp>
      <p:sp>
        <p:nvSpPr>
          <p:cNvPr id="3" name="Content Placeholder 2">
            <a:extLst>
              <a:ext uri="{FF2B5EF4-FFF2-40B4-BE49-F238E27FC236}">
                <a16:creationId xmlns:a16="http://schemas.microsoft.com/office/drawing/2014/main" id="{DE54E04F-C05F-3116-CA32-B0FDB9FA637C}"/>
              </a:ext>
            </a:extLst>
          </p:cNvPr>
          <p:cNvSpPr>
            <a:spLocks noGrp="1"/>
          </p:cNvSpPr>
          <p:nvPr>
            <p:ph idx="1"/>
          </p:nvPr>
        </p:nvSpPr>
        <p:spPr>
          <a:xfrm>
            <a:off x="677334" y="1293815"/>
            <a:ext cx="8596668" cy="2287586"/>
          </a:xfrm>
        </p:spPr>
        <p:txBody>
          <a:bodyPr/>
          <a:lstStyle/>
          <a:p>
            <a:pPr indent="0" marL="0">
              <a:buNone/>
            </a:pPr>
            <a:r>
              <a:rPr dirty="0" lang="en-US"/>
              <a:t>2.	Using your last setup </a:t>
            </a:r>
            <a:r>
              <a:rPr lang="en-US"/>
              <a:t>and procedure </a:t>
            </a:r>
            <a:r>
              <a:rPr dirty="0" lang="en-US"/>
              <a:t>in step 1, hold a protractor at the pivot point to roughly set the arc of the pendulum to the values below using a protractor, time about 10 cycles, and calculate the period. Again, don't spend too much time on this step. While you know there is some dependence for large angles, you should see little or no detectable change here based on the numbers presented above. Nevertheless, for the remainder of the lab you should try to keep the arc small.</a:t>
            </a:r>
          </a:p>
        </p:txBody>
      </p:sp>
      <p:graphicFrame>
        <p:nvGraphicFramePr>
          <p:cNvPr id="7" name="Object 6">
            <a:extLst>
              <a:ext uri="{FF2B5EF4-FFF2-40B4-BE49-F238E27FC236}">
                <a16:creationId xmlns:a16="http://schemas.microsoft.com/office/drawing/2014/main" id="{B5473312-BF98-B2B3-33D3-1F64D725675C}"/>
              </a:ext>
            </a:extLst>
          </p:cNvPr>
          <p:cNvGraphicFramePr>
            <a:graphicFrameLocks noChangeAspect="1"/>
          </p:cNvGraphicFramePr>
          <p:nvPr>
            <p:extLst>
              <p:ext uri="{D42A27DB-BD31-4B8C-83A1-F6EECF244321}">
                <p14:modId xmlns:p14="http://schemas.microsoft.com/office/powerpoint/2010/main" val="2300711975"/>
              </p:ext>
            </p:extLst>
          </p:nvPr>
        </p:nvGraphicFramePr>
        <p:xfrm>
          <a:off x="-2055318" y="3696628"/>
          <a:ext cx="14247318" cy="2089150"/>
        </p:xfrm>
        <a:graphic>
          <a:graphicData uri="http://schemas.openxmlformats.org/presentationml/2006/ole">
            <mc:AlternateContent xmlns:mc="http://schemas.openxmlformats.org/markup-compatibility/2006">
              <mc:Choice xmlns:v="urn:schemas-microsoft-com:vml" Requires="v">
                <p:oleObj imgH="1356308" imgW="9246008" name="Document" progId="Word.Document.12" r:id="rId2">
                  <p:embed/>
                </p:oleObj>
              </mc:Choice>
              <mc:Fallback>
                <p:oleObj imgH="1356308" imgW="9246008" name="Document" progId="Word.Document.12" r:id="rId2">
                  <p:embed/>
                  <p:pic>
                    <p:nvPicPr>
                      <p:cNvPr id="7" name="Object 6">
                        <a:extLst>
                          <a:ext uri="{FF2B5EF4-FFF2-40B4-BE49-F238E27FC236}">
                            <a16:creationId xmlns:a16="http://schemas.microsoft.com/office/drawing/2014/main" id="{B5473312-BF98-B2B3-33D3-1F64D725675C}"/>
                          </a:ext>
                        </a:extLst>
                      </p:cNvPr>
                      <p:cNvPicPr/>
                      <p:nvPr/>
                    </p:nvPicPr>
                    <p:blipFill>
                      <a:blip r:embed="rId3"/>
                      <a:stretch>
                        <a:fillRect/>
                      </a:stretch>
                    </p:blipFill>
                    <p:spPr>
                      <a:xfrm>
                        <a:off x="-2055318" y="3696628"/>
                        <a:ext cx="14247318" cy="2089150"/>
                      </a:xfrm>
                      <a:prstGeom prst="rect">
                        <a:avLst/>
                      </a:prstGeom>
                    </p:spPr>
                  </p:pic>
                </p:oleObj>
              </mc:Fallback>
            </mc:AlternateContent>
          </a:graphicData>
        </a:graphic>
      </p:graphicFrame>
    </p:spTree>
    <p:extLst>
      <p:ext uri="{BB962C8B-B14F-4D97-AF65-F5344CB8AC3E}">
        <p14:creationId xmlns:p14="http://schemas.microsoft.com/office/powerpoint/2010/main" val="3349558991"/>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24B89-7247-6798-22ED-EF959BACCD19}"/>
              </a:ext>
            </a:extLst>
          </p:cNvPr>
          <p:cNvSpPr>
            <a:spLocks noGrp="1"/>
          </p:cNvSpPr>
          <p:nvPr>
            <p:ph type="title"/>
          </p:nvPr>
        </p:nvSpPr>
        <p:spPr>
          <a:xfrm>
            <a:off x="677334" y="35184"/>
            <a:ext cx="8596668" cy="808653"/>
          </a:xfrm>
        </p:spPr>
        <p:txBody>
          <a:bodyPr/>
          <a:lstStyle/>
          <a:p>
            <a:r>
              <a:rPr dirty="0" lang="en-US">
                <a:solidFill>
                  <a:srgbClr val="1391BC"/>
                </a:solidFill>
              </a:rPr>
              <a:t>Procedure 3., Changing length</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A811A4BB-BE95-6233-B3FB-A6B3089519B4}"/>
                  </a:ext>
                </a:extLst>
              </p:cNvPr>
              <p:cNvSpPr>
                <a:spLocks noGrp="1"/>
              </p:cNvSpPr>
              <p:nvPr>
                <p:ph idx="1"/>
              </p:nvPr>
            </p:nvSpPr>
            <p:spPr>
              <a:xfrm>
                <a:off x="317241" y="662475"/>
                <a:ext cx="10356980" cy="1838130"/>
              </a:xfrm>
            </p:spPr>
            <p:txBody>
              <a:bodyPr/>
              <a:lstStyle/>
              <a:p>
                <a:pPr indent="0" marL="0">
                  <a:buNone/>
                </a:pPr>
                <a:r>
                  <a:rPr dirty="0" lang="en-US"/>
                  <a:t>3.	You will now take data needed to see how the period varies as a function of the length of the pendulum. You should use </a:t>
                </a:r>
                <a14:m>
                  <m:oMath xmlns:m="http://schemas.openxmlformats.org/officeDocument/2006/math">
                    <m:r>
                      <a:rPr dirty="0" i="1" lang="en-US" smtClean="0">
                        <a:latin charset="0" panose="02040503050406030204" pitchFamily="18" typeface="Cambria Math"/>
                      </a:rPr>
                      <m:t>6 </m:t>
                    </m:r>
                  </m:oMath>
                </a14:m>
                <a:r>
                  <a:rPr dirty="0" lang="en-US"/>
                  <a:t>data points that uniformly cover the range between about </a:t>
                </a:r>
                <a14:m>
                  <m:oMath xmlns:m="http://schemas.openxmlformats.org/officeDocument/2006/math">
                    <m:r>
                      <a:rPr dirty="0" i="1" lang="en-US" smtClean="0">
                        <a:latin charset="0" panose="02040503050406030204" pitchFamily="18" typeface="Cambria Math"/>
                      </a:rPr>
                      <m:t>0.3</m:t>
                    </m:r>
                  </m:oMath>
                </a14:m>
                <a:r>
                  <a:rPr dirty="0" lang="en-US"/>
                  <a:t> and </a:t>
                </a:r>
                <a14:m>
                  <m:oMath xmlns:m="http://schemas.openxmlformats.org/officeDocument/2006/math">
                    <m:r>
                      <a:rPr dirty="0" i="1" lang="en-US" smtClean="0">
                        <a:latin charset="0" panose="02040503050406030204" pitchFamily="18" typeface="Cambria Math"/>
                      </a:rPr>
                      <m:t>1.0 </m:t>
                    </m:r>
                    <m:r>
                      <a:rPr dirty="0" i="1" lang="en-US" smtClean="0">
                        <a:latin charset="0" panose="02040503050406030204" pitchFamily="18" typeface="Cambria Math"/>
                      </a:rPr>
                      <m:t>𝑚</m:t>
                    </m:r>
                  </m:oMath>
                </a14:m>
                <a:r>
                  <a:rPr dirty="0" lang="en-US"/>
                  <a:t>. Use one of the heavier bobs for this step.  Record the time for </a:t>
                </a:r>
                <a14:m>
                  <m:oMath xmlns:m="http://schemas.openxmlformats.org/officeDocument/2006/math">
                    <m:r>
                      <a:rPr dirty="0" i="1" lang="en-US" smtClean="0">
                        <a:latin charset="0" panose="02040503050406030204" pitchFamily="18" typeface="Cambria Math"/>
                      </a:rPr>
                      <m:t>10</m:t>
                    </m:r>
                  </m:oMath>
                </a14:m>
                <a:r>
                  <a:rPr dirty="0" lang="en-US"/>
                  <a:t> cycles (or as many as you can) for each length. Measure the lengths and times carefully. Failing to record the correct number of cycles can create big errors later. Don't take the apparatus apart until you have done the data analysis on the computer in case something suspicious shows up.</a:t>
                </a:r>
              </a:p>
            </p:txBody>
          </p:sp>
        </mc:Choice>
        <mc:Fallback>
          <p:sp>
            <p:nvSpPr>
              <p:cNvPr id="3" name="Content Placeholder 2">
                <a:extLst>
                  <a:ext uri="{FF2B5EF4-FFF2-40B4-BE49-F238E27FC236}">
                    <a16:creationId xmlns:a16="http://schemas.microsoft.com/office/drawing/2014/main" id="{A811A4BB-BE95-6233-B3FB-A6B3089519B4}"/>
                  </a:ext>
                </a:extLst>
              </p:cNvPr>
              <p:cNvSpPr>
                <a:spLocks noAdjustHandles="1" noChangeArrowheads="1" noChangeAspect="1" noChangeShapeType="1" noEditPoints="1" noGrp="1" noMove="1" noResize="1" noRot="1" noTextEdit="1"/>
              </p:cNvSpPr>
              <p:nvPr>
                <p:ph idx="1"/>
              </p:nvPr>
            </p:nvSpPr>
            <p:spPr>
              <a:xfrm>
                <a:off x="317241" y="662475"/>
                <a:ext cx="10356980" cy="1838130"/>
              </a:xfrm>
              <a:blipFill>
                <a:blip r:embed="rId2"/>
                <a:stretch>
                  <a:fillRect l="-471" r="-353" t="-2326"/>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D5813F80-3932-C46C-81CB-9E7C8EDB2867}"/>
              </a:ext>
            </a:extLst>
          </p:cNvPr>
          <p:cNvGraphicFramePr>
            <a:graphicFrameLocks noGrp="1"/>
          </p:cNvGraphicFramePr>
          <p:nvPr>
            <p:extLst>
              <p:ext uri="{D42A27DB-BD31-4B8C-83A1-F6EECF244321}">
                <p14:modId xmlns:p14="http://schemas.microsoft.com/office/powerpoint/2010/main" val="240568305"/>
              </p:ext>
            </p:extLst>
          </p:nvPr>
        </p:nvGraphicFramePr>
        <p:xfrm>
          <a:off x="2509935" y="2565919"/>
          <a:ext cx="5178490" cy="2335920"/>
        </p:xfrm>
        <a:graphic>
          <a:graphicData uri="http://schemas.openxmlformats.org/drawingml/2006/table">
            <a:tbl>
              <a:tblPr firstRow="1"/>
              <a:tblGrid>
                <a:gridCol w="2028048">
                  <a:extLst>
                    <a:ext uri="{9D8B030D-6E8A-4147-A177-3AD203B41FA5}">
                      <a16:colId xmlns:a16="http://schemas.microsoft.com/office/drawing/2014/main" val="3399971425"/>
                    </a:ext>
                  </a:extLst>
                </a:gridCol>
                <a:gridCol w="1238503">
                  <a:extLst>
                    <a:ext uri="{9D8B030D-6E8A-4147-A177-3AD203B41FA5}">
                      <a16:colId xmlns:a16="http://schemas.microsoft.com/office/drawing/2014/main" val="1928893126"/>
                    </a:ext>
                  </a:extLst>
                </a:gridCol>
                <a:gridCol w="1911939">
                  <a:extLst>
                    <a:ext uri="{9D8B030D-6E8A-4147-A177-3AD203B41FA5}">
                      <a16:colId xmlns:a16="http://schemas.microsoft.com/office/drawing/2014/main" val="3206025131"/>
                    </a:ext>
                  </a:extLst>
                </a:gridCol>
              </a:tblGrid>
              <a:tr h="229066">
                <a:tc>
                  <a:txBody>
                    <a:bodyPr/>
                    <a:lstStyle/>
                    <a:p>
                      <a:pPr algn="ctr" marL="0" marR="0">
                        <a:spcBef>
                          <a:spcPts val="0"/>
                        </a:spcBef>
                        <a:spcAft>
                          <a:spcPts val="0"/>
                        </a:spcAft>
                      </a:pPr>
                      <a:r>
                        <a:rPr lang="en-US" sz="1800">
                          <a:effectLst/>
                          <a:latin charset="0" panose="02020603050405020304" pitchFamily="18" typeface="Times New Roman"/>
                          <a:ea charset="0" panose="02020603050405020304" pitchFamily="18" typeface="Times New Roman"/>
                        </a:rPr>
                        <a:t>Length, L (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dirty="0" lang="en-US" sz="1800">
                          <a:effectLst/>
                          <a:latin charset="0" panose="02020603050405020304" pitchFamily="18" typeface="Times New Roman"/>
                          <a:ea charset="0" panose="02020603050405020304" pitchFamily="18" typeface="Times New Roman"/>
                        </a:rPr>
                        <a:t>Cycles, N</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algn="ctr" marL="0" marR="0">
                        <a:spcBef>
                          <a:spcPts val="0"/>
                        </a:spcBef>
                        <a:spcAft>
                          <a:spcPts val="0"/>
                        </a:spcAft>
                      </a:pPr>
                      <a:r>
                        <a:rPr dirty="0" lang="en-US" sz="1800">
                          <a:effectLst/>
                          <a:latin charset="0" panose="02020603050405020304" pitchFamily="18" typeface="Times New Roman"/>
                          <a:ea charset="0" panose="02020603050405020304" pitchFamily="18" typeface="Times New Roman"/>
                        </a:rPr>
                        <a:t>Time, t (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3549034263"/>
                  </a:ext>
                </a:extLst>
              </a:tr>
              <a:tr h="343600">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dirty="0"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3748426680"/>
                  </a:ext>
                </a:extLst>
              </a:tr>
              <a:tr h="343600">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3420353434"/>
                  </a:ext>
                </a:extLst>
              </a:tr>
              <a:tr h="343600">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dirty="0"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724810588"/>
                  </a:ext>
                </a:extLst>
              </a:tr>
              <a:tr h="343600">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dirty="0"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3209348978"/>
                  </a:ext>
                </a:extLst>
              </a:tr>
              <a:tr h="343600">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dirty="0"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62674684"/>
                  </a:ext>
                </a:extLst>
              </a:tr>
              <a:tr h="343600">
                <a:tc>
                  <a:txBody>
                    <a:bodyPr/>
                    <a:lstStyle/>
                    <a:p>
                      <a:pPr marL="0" marR="0">
                        <a:spcBef>
                          <a:spcPts val="0"/>
                        </a:spcBef>
                        <a:spcAft>
                          <a:spcPts val="0"/>
                        </a:spcAft>
                      </a:pPr>
                      <a:r>
                        <a:rPr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dirty="0"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tc>
                  <a:txBody>
                    <a:bodyPr/>
                    <a:lstStyle/>
                    <a:p>
                      <a:pPr marL="0" marR="0">
                        <a:spcBef>
                          <a:spcPts val="0"/>
                        </a:spcBef>
                        <a:spcAft>
                          <a:spcPts val="0"/>
                        </a:spcAft>
                      </a:pPr>
                      <a:r>
                        <a:rPr dirty="0" lang="en-US" sz="1200">
                          <a:effectLst/>
                          <a:latin charset="0" panose="02020603050405020304" pitchFamily="18" typeface="Times New Roman"/>
                          <a:ea charset="0" panose="02020603050405020304" pitchFamily="18" typeface="Times New Roman"/>
                        </a:rPr>
                        <a:t> </a:t>
                      </a:r>
                    </a:p>
                  </a:txBody>
                  <a:tcPr marB="0" marL="50800" marR="50800" marT="0">
                    <a:lnL algn="ctr" cap="flat" cmpd="sng" w="12700">
                      <a:solidFill>
                        <a:srgbClr val="000000"/>
                      </a:solidFill>
                      <a:prstDash val="solid"/>
                      <a:round/>
                      <a:headEnd len="med" type="none" w="med"/>
                      <a:tailEnd len="med" type="none" w="med"/>
                    </a:lnL>
                    <a:lnR algn="ctr" cap="flat" cmpd="sng" w="12700">
                      <a:solidFill>
                        <a:srgbClr val="000000"/>
                      </a:solidFill>
                      <a:prstDash val="solid"/>
                      <a:round/>
                      <a:headEnd len="med" type="none" w="med"/>
                      <a:tailEnd len="med" type="none" w="med"/>
                    </a:lnR>
                    <a:lnT algn="ctr" cap="flat" cmpd="sng" w="12700">
                      <a:solidFill>
                        <a:srgbClr val="000000"/>
                      </a:solidFill>
                      <a:prstDash val="solid"/>
                      <a:round/>
                      <a:headEnd len="med" type="none" w="med"/>
                      <a:tailEnd len="med" type="none" w="med"/>
                    </a:lnT>
                    <a:lnB algn="ctr" cap="flat" cmpd="sng" w="12700">
                      <a:solidFill>
                        <a:srgbClr val="000000"/>
                      </a:solidFill>
                      <a:prstDash val="solid"/>
                      <a:round/>
                      <a:headEnd len="med" type="none" w="med"/>
                      <a:tailEnd len="med" type="none" w="med"/>
                    </a:lnB>
                  </a:tcPr>
                </a:tc>
                <a:extLst>
                  <a:ext uri="{0D108BD9-81ED-4DB2-BD59-A6C34878D82A}">
                    <a16:rowId xmlns:a16="http://schemas.microsoft.com/office/drawing/2014/main" val="441191624"/>
                  </a:ext>
                </a:extLst>
              </a:tr>
            </a:tbl>
          </a:graphicData>
        </a:graphic>
      </p:graphicFrame>
      <p:sp>
        <p:nvSpPr>
          <p:cNvPr id="7" name="TextBox 6">
            <a:extLst>
              <a:ext uri="{FF2B5EF4-FFF2-40B4-BE49-F238E27FC236}">
                <a16:creationId xmlns:a16="http://schemas.microsoft.com/office/drawing/2014/main" id="{C91C28E2-0F5F-A1CA-FC26-9633455AAEF1}"/>
              </a:ext>
            </a:extLst>
          </p:cNvPr>
          <p:cNvSpPr txBox="1"/>
          <p:nvPr/>
        </p:nvSpPr>
        <p:spPr>
          <a:xfrm>
            <a:off x="214604" y="4976157"/>
            <a:ext cx="11075437" cy="1569660"/>
          </a:xfrm>
          <a:prstGeom prst="rect">
            <a:avLst/>
          </a:prstGeom>
          <a:noFill/>
        </p:spPr>
        <p:txBody>
          <a:bodyPr wrap="square">
            <a:spAutoFit/>
          </a:bodyPr>
          <a:lstStyle/>
          <a:p>
            <a:r>
              <a:rPr dirty="0" lang="en-US"/>
              <a:t>Take your data to a lab computer and </a:t>
            </a:r>
            <a:r>
              <a:rPr b="1" dirty="0" lang="en-US" sz="2400"/>
              <a:t>create </a:t>
            </a:r>
            <a:r>
              <a:rPr dirty="0" lang="en-US"/>
              <a:t>a spreadsheet like the attached “Spreadsheet to Examine Period as a Function of Pendulum Length” to analyze your data. Your data plots should quickly help you identify any major errors, e.g., the wrong number of cycles, which you can correct before saving. Each Team should save a copy of the results to be submitted into the </a:t>
            </a:r>
            <a:r>
              <a:rPr dirty="0" err="1" lang="en-US"/>
              <a:t>DropBox</a:t>
            </a:r>
            <a:r>
              <a:rPr dirty="0" lang="en-US"/>
              <a:t> on MyCourses, with your lab report on the due date. Study all the class results and discuss within your group what they mean.</a:t>
            </a:r>
          </a:p>
        </p:txBody>
      </p:sp>
    </p:spTree>
    <p:extLst>
      <p:ext uri="{BB962C8B-B14F-4D97-AF65-F5344CB8AC3E}">
        <p14:creationId xmlns:p14="http://schemas.microsoft.com/office/powerpoint/2010/main" val="948704094"/>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9C681-A7B6-F97F-D9BD-9042554072EA}"/>
              </a:ext>
            </a:extLst>
          </p:cNvPr>
          <p:cNvSpPr>
            <a:spLocks noGrp="1"/>
          </p:cNvSpPr>
          <p:nvPr>
            <p:ph type="title"/>
          </p:nvPr>
        </p:nvSpPr>
        <p:spPr>
          <a:xfrm>
            <a:off x="677334" y="379654"/>
            <a:ext cx="8596668" cy="873967"/>
          </a:xfrm>
        </p:spPr>
        <p:txBody>
          <a:bodyPr/>
          <a:lstStyle/>
          <a:p>
            <a:r>
              <a:rPr dirty="0" lang="en-US">
                <a:solidFill>
                  <a:srgbClr val="1391BC"/>
                </a:solidFill>
              </a:rPr>
              <a:t>Procedure 4., Class Pendulum</a:t>
            </a:r>
          </a:p>
        </p:txBody>
      </p:sp>
      <p:sp>
        <p:nvSpPr>
          <p:cNvPr id="3" name="Content Placeholder 2">
            <a:extLst>
              <a:ext uri="{FF2B5EF4-FFF2-40B4-BE49-F238E27FC236}">
                <a16:creationId xmlns:a16="http://schemas.microsoft.com/office/drawing/2014/main" id="{9A8A91F9-4F30-468E-96FD-EBC203EE9D86}"/>
              </a:ext>
            </a:extLst>
          </p:cNvPr>
          <p:cNvSpPr>
            <a:spLocks noGrp="1"/>
          </p:cNvSpPr>
          <p:nvPr>
            <p:ph idx="1"/>
          </p:nvPr>
        </p:nvSpPr>
        <p:spPr>
          <a:xfrm>
            <a:off x="602689" y="1253621"/>
            <a:ext cx="8596668" cy="1711615"/>
          </a:xfrm>
        </p:spPr>
        <p:txBody>
          <a:bodyPr/>
          <a:lstStyle/>
          <a:p>
            <a:pPr indent="0" marL="0">
              <a:buNone/>
            </a:pPr>
            <a:r>
              <a:rPr dirty="0" lang="en-US"/>
              <a:t>4.	Sometime during the lab period, go to the large pendulum. Carefully measure the pendulum length to the nearest mm and record the result in meters. Measure the length to the center of the pendulum bob. Use the photogate timer to obtain the period for this pendulum. Record the class data below for use in calculating a value for g.</a:t>
            </a:r>
          </a:p>
        </p:txBody>
      </p:sp>
      <p:graphicFrame>
        <p:nvGraphicFramePr>
          <p:cNvPr id="5" name="Table 4">
            <a:extLst>
              <a:ext uri="{FF2B5EF4-FFF2-40B4-BE49-F238E27FC236}">
                <a16:creationId xmlns:a16="http://schemas.microsoft.com/office/drawing/2014/main" id="{4538174C-2CC6-1D7A-46C7-8A1B5C9DD00D}"/>
              </a:ext>
            </a:extLst>
          </p:cNvPr>
          <p:cNvGraphicFramePr>
            <a:graphicFrameLocks noGrp="1"/>
          </p:cNvGraphicFramePr>
          <p:nvPr>
            <p:extLst>
              <p:ext uri="{D42A27DB-BD31-4B8C-83A1-F6EECF244321}">
                <p14:modId xmlns:p14="http://schemas.microsoft.com/office/powerpoint/2010/main" val="2131607640"/>
              </p:ext>
            </p:extLst>
          </p:nvPr>
        </p:nvGraphicFramePr>
        <p:xfrm>
          <a:off x="677334" y="3098972"/>
          <a:ext cx="8127999" cy="2966720"/>
        </p:xfrm>
        <a:graphic>
          <a:graphicData uri="http://schemas.openxmlformats.org/drawingml/2006/table">
            <a:tbl>
              <a:tblPr bandRow="1" firstRow="1">
                <a:tableStyleId>{5C22544A-7EE6-4342-B048-85BDC9FD1C3A}</a:tableStyleId>
              </a:tblPr>
              <a:tblGrid>
                <a:gridCol w="2709333">
                  <a:extLst>
                    <a:ext uri="{9D8B030D-6E8A-4147-A177-3AD203B41FA5}">
                      <a16:colId xmlns:a16="http://schemas.microsoft.com/office/drawing/2014/main" val="894478361"/>
                    </a:ext>
                  </a:extLst>
                </a:gridCol>
                <a:gridCol w="2709333">
                  <a:extLst>
                    <a:ext uri="{9D8B030D-6E8A-4147-A177-3AD203B41FA5}">
                      <a16:colId xmlns:a16="http://schemas.microsoft.com/office/drawing/2014/main" val="3548488798"/>
                    </a:ext>
                  </a:extLst>
                </a:gridCol>
                <a:gridCol w="2709333">
                  <a:extLst>
                    <a:ext uri="{9D8B030D-6E8A-4147-A177-3AD203B41FA5}">
                      <a16:colId xmlns:a16="http://schemas.microsoft.com/office/drawing/2014/main" val="3456781653"/>
                    </a:ext>
                  </a:extLst>
                </a:gridCol>
              </a:tblGrid>
              <a:tr h="370840">
                <a:tc>
                  <a:txBody>
                    <a:bodyPr/>
                    <a:lstStyle/>
                    <a:p>
                      <a:r>
                        <a:rPr dirty="0" lang="en-US">
                          <a:solidFill>
                            <a:schemeClr val="tx1"/>
                          </a:solidFill>
                        </a:rPr>
                        <a:t>Group</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r>
                        <a:rPr dirty="0" lang="en-US">
                          <a:solidFill>
                            <a:schemeClr val="tx1"/>
                          </a:solidFill>
                        </a:rPr>
                        <a:t>Length (     )</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r>
                        <a:rPr dirty="0" lang="en-US">
                          <a:solidFill>
                            <a:schemeClr val="tx1"/>
                          </a:solidFill>
                        </a:rPr>
                        <a:t>Period T  (   )</a:t>
                      </a:r>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744559960"/>
                  </a:ext>
                </a:extLst>
              </a:tr>
              <a:tr h="370840">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20197887"/>
                  </a:ext>
                </a:extLst>
              </a:tr>
              <a:tr h="370840">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311731509"/>
                  </a:ext>
                </a:extLst>
              </a:tr>
              <a:tr h="370840">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4137688071"/>
                  </a:ext>
                </a:extLst>
              </a:tr>
              <a:tr h="370840">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3931095858"/>
                  </a:ext>
                </a:extLst>
              </a:tr>
              <a:tr h="370840">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3233467072"/>
                  </a:ext>
                </a:extLst>
              </a:tr>
              <a:tr h="370840">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795141058"/>
                  </a:ext>
                </a:extLst>
              </a:tr>
              <a:tr h="370840">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dirty="0" lang="en-US"/>
                    </a:p>
                  </a:txBody>
                  <a:tcPr>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588235359"/>
                  </a:ext>
                </a:extLst>
              </a:tr>
            </a:tbl>
          </a:graphicData>
        </a:graphic>
      </p:graphicFrame>
    </p:spTree>
    <p:extLst>
      <p:ext uri="{BB962C8B-B14F-4D97-AF65-F5344CB8AC3E}">
        <p14:creationId xmlns:p14="http://schemas.microsoft.com/office/powerpoint/2010/main" val="770620986"/>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1A5B-EBF4-6D75-47E2-F2BB6EC81331}"/>
              </a:ext>
            </a:extLst>
          </p:cNvPr>
          <p:cNvSpPr>
            <a:spLocks noGrp="1"/>
          </p:cNvSpPr>
          <p:nvPr>
            <p:ph type="title"/>
          </p:nvPr>
        </p:nvSpPr>
        <p:spPr>
          <a:xfrm>
            <a:off x="677333" y="167951"/>
            <a:ext cx="8596668" cy="696686"/>
          </a:xfrm>
        </p:spPr>
        <p:txBody>
          <a:bodyPr/>
          <a:lstStyle/>
          <a:p>
            <a:r>
              <a:rPr dirty="0" lang="en-US">
                <a:solidFill>
                  <a:srgbClr val="1391BC"/>
                </a:solidFill>
              </a:rPr>
              <a:t>Summary and Analysis</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531C8157-8764-3EB4-3DE6-5AE727908D58}"/>
                  </a:ext>
                </a:extLst>
              </p:cNvPr>
              <p:cNvSpPr>
                <a:spLocks noGrp="1"/>
              </p:cNvSpPr>
              <p:nvPr>
                <p:ph idx="1"/>
              </p:nvPr>
            </p:nvSpPr>
            <p:spPr>
              <a:xfrm>
                <a:off x="677333" y="979714"/>
                <a:ext cx="9511696" cy="5710335"/>
              </a:xfrm>
            </p:spPr>
            <p:txBody>
              <a:bodyPr>
                <a:normAutofit fontScale="92500" lnSpcReduction="20000"/>
              </a:bodyPr>
              <a:lstStyle/>
              <a:p>
                <a:pPr indent="0" marL="0">
                  <a:buNone/>
                </a:pPr>
                <a:r>
                  <a:rPr dirty="0" lang="en-US" sz="2000"/>
                  <a:t>1.	Take your data to a lab computer and create a spreadsheet like the attached “Spreadsheet to Examine Period as a Function of Pendulum Length” to analyze your data. Your data plots should quickly help you identify any major errors, e.g., the wrong number of cycles, which you can correct before saving. Each member should save a copy of the results to be submitted into the </a:t>
                </a:r>
                <a:r>
                  <a:rPr dirty="0" err="1" lang="en-US" sz="2000"/>
                  <a:t>DropBox</a:t>
                </a:r>
                <a:r>
                  <a:rPr dirty="0" lang="en-US" sz="2000"/>
                  <a:t> on MyCourses, with your lab report on the due date. Study all the class results and discuss within your group what they mean.</a:t>
                </a:r>
              </a:p>
              <a:p>
                <a:pPr indent="0" marL="0">
                  <a:buNone/>
                </a:pPr>
                <a:r>
                  <a:rPr dirty="0" lang="en-US" sz="2000"/>
                  <a:t>2.	In your report, explain your observations in terms of the validity of the expression </a:t>
                </a:r>
                <a14:m>
                  <m:oMath xmlns:m="http://schemas.openxmlformats.org/officeDocument/2006/math">
                    <m:sSub>
                      <m:sSubPr>
                        <m:ctrlPr>
                          <a:rPr b="0" baseline="0" cap="none" i="1" kern="1200" kumimoji="0" lang="en-US" noProof="0" normalizeH="0" smtClean="0" spc="0" strike="noStrike" sz="2000" u="none">
                            <a:ln>
                              <a:noFill/>
                            </a:ln>
                            <a:solidFill>
                              <a:prstClr val="black"/>
                            </a:solidFill>
                            <a:effectLst/>
                            <a:uLnTx/>
                            <a:uFillTx/>
                            <a:latin charset="0" panose="02040503050406030204" pitchFamily="18" typeface="Cambria Math"/>
                            <a:cs typeface="+mn-cs"/>
                          </a:rPr>
                        </m:ctrlPr>
                      </m:sSubPr>
                      <m:e>
                        <m:r>
                          <a:rPr b="0" baseline="0" cap="none" i="1" kern="1200" kumimoji="0" lang="en-US" noProof="0" normalizeH="0" smtClean="0" spc="0" strike="noStrike" sz="2000" u="none">
                            <a:ln>
                              <a:noFill/>
                            </a:ln>
                            <a:solidFill>
                              <a:prstClr val="black"/>
                            </a:solidFill>
                            <a:effectLst/>
                            <a:uLnTx/>
                            <a:uFillTx/>
                            <a:latin charset="0" panose="02040503050406030204" pitchFamily="18" typeface="Cambria Math"/>
                            <a:cs typeface="+mn-cs"/>
                          </a:rPr>
                          <m:t>𝑇</m:t>
                        </m:r>
                      </m:e>
                      <m:sub>
                        <m:r>
                          <a:rPr b="0" baseline="0" cap="none" i="1" kern="1200" kumimoji="0" lang="en-US" noProof="0" normalizeH="0" smtClean="0" spc="0" strike="noStrike" sz="2000" u="none">
                            <a:ln>
                              <a:noFill/>
                            </a:ln>
                            <a:solidFill>
                              <a:prstClr val="black"/>
                            </a:solidFill>
                            <a:effectLst/>
                            <a:uLnTx/>
                            <a:uFillTx/>
                            <a:latin charset="0" panose="02040503050406030204" pitchFamily="18" typeface="Cambria Math"/>
                            <a:cs typeface="+mn-cs"/>
                          </a:rPr>
                          <m:t>0</m:t>
                        </m:r>
                      </m:sub>
                    </m:sSub>
                    <m:r>
                      <a:rPr b="0" baseline="0" cap="none" i="1" kern="1200" kumimoji="0" lang="en-US" noProof="0" normalizeH="0" smtClean="0" spc="0" strike="noStrike" sz="2000" u="none">
                        <a:ln>
                          <a:noFill/>
                        </a:ln>
                        <a:solidFill>
                          <a:prstClr val="black"/>
                        </a:solidFill>
                        <a:effectLst/>
                        <a:uLnTx/>
                        <a:uFillTx/>
                        <a:latin typeface="Cambria Math"/>
                        <a:cs typeface="+mn-cs"/>
                      </a:rPr>
                      <m:t>=2</m:t>
                    </m:r>
                    <m:r>
                      <a:rPr b="0" baseline="0" cap="none" i="1" kern="1200" kumimoji="0" lang="en-US" noProof="0" normalizeH="0" spc="0" strike="noStrike" sz="2000" u="none">
                        <a:ln>
                          <a:noFill/>
                        </a:ln>
                        <a:solidFill>
                          <a:prstClr val="black"/>
                        </a:solidFill>
                        <a:effectLst/>
                        <a:uLnTx/>
                        <a:uFillTx/>
                        <a:latin typeface="Cambria Math"/>
                        <a:ea typeface="Cambria Math"/>
                        <a:cs typeface="+mn-cs"/>
                      </a:rPr>
                      <m:t>𝜋</m:t>
                    </m:r>
                    <m:rad>
                      <m:radPr>
                        <m:degHide m:val="on"/>
                        <m:ctrlPr>
                          <a:rPr b="0" baseline="0" cap="none" i="1" kern="1200" kumimoji="0" lang="en-US" noProof="0" normalizeH="0" smtClean="0" spc="0" strike="noStrike" sz="2000" u="none">
                            <a:ln>
                              <a:noFill/>
                            </a:ln>
                            <a:solidFill>
                              <a:prstClr val="black"/>
                            </a:solidFill>
                            <a:effectLst/>
                            <a:uLnTx/>
                            <a:uFillTx/>
                            <a:latin charset="0" panose="02040503050406030204" pitchFamily="18" typeface="Cambria Math"/>
                            <a:ea typeface="Cambria Math"/>
                            <a:cs typeface="+mn-cs"/>
                          </a:rPr>
                        </m:ctrlPr>
                      </m:radPr>
                      <m:deg/>
                      <m:e>
                        <m:r>
                          <a:rPr b="0" baseline="0" cap="none" i="1" kern="1200" kumimoji="0" lang="en-US" noProof="0" normalizeH="0" smtClean="0" spc="0" strike="noStrike" sz="2000" u="none">
                            <a:ln>
                              <a:noFill/>
                            </a:ln>
                            <a:solidFill>
                              <a:prstClr val="black"/>
                            </a:solidFill>
                            <a:effectLst/>
                            <a:uLnTx/>
                            <a:uFillTx/>
                            <a:latin charset="0" panose="02040503050406030204" pitchFamily="18" typeface="Cambria Math"/>
                            <a:ea typeface="Cambria Math"/>
                            <a:cs typeface="+mn-cs"/>
                          </a:rPr>
                          <m:t>𝐿</m:t>
                        </m:r>
                        <m:r>
                          <a:rPr b="0" baseline="0" cap="none" i="1" kern="1200" kumimoji="0" lang="en-US" noProof="0" normalizeH="0" smtClean="0" spc="0" strike="noStrike" sz="2000" u="none">
                            <a:ln>
                              <a:noFill/>
                            </a:ln>
                            <a:solidFill>
                              <a:prstClr val="black"/>
                            </a:solidFill>
                            <a:effectLst/>
                            <a:uLnTx/>
                            <a:uFillTx/>
                            <a:latin charset="0" panose="02040503050406030204" pitchFamily="18" typeface="Cambria Math"/>
                            <a:ea typeface="Cambria Math"/>
                            <a:cs typeface="+mn-cs"/>
                          </a:rPr>
                          <m:t>/</m:t>
                        </m:r>
                        <m:r>
                          <a:rPr b="0" baseline="0" cap="none" i="1" kern="1200" kumimoji="0" lang="en-US" noProof="0" normalizeH="0" smtClean="0" spc="0" strike="noStrike" sz="2000" u="none">
                            <a:ln>
                              <a:noFill/>
                            </a:ln>
                            <a:solidFill>
                              <a:prstClr val="black"/>
                            </a:solidFill>
                            <a:effectLst/>
                            <a:uLnTx/>
                            <a:uFillTx/>
                            <a:latin charset="0" panose="02040503050406030204" pitchFamily="18" typeface="Cambria Math"/>
                            <a:ea typeface="Cambria Math"/>
                            <a:cs typeface="+mn-cs"/>
                          </a:rPr>
                          <m:t>𝑔</m:t>
                        </m:r>
                      </m:e>
                    </m:rad>
                  </m:oMath>
                </a14:m>
                <a:r>
                  <a:rPr dirty="0" lang="en-US" sz="2000"/>
                  <a:t>.  </a:t>
                </a:r>
              </a:p>
              <a:p>
                <a:pPr indent="0" marL="0">
                  <a:buNone/>
                </a:pPr>
                <a:r>
                  <a:rPr dirty="0" lang="en-US" sz="2000"/>
                  <a:t>Within experimental limitations, was your data consistent with it? Consider carefully the results of steps 1, 2, and 3, e.g., discuss the significance of your period-versus-mass and period-versus-arc measurements. Also, did your natural log plot as a straight line, and was the slope and g value what you expected? How good is your </a:t>
                </a:r>
                <a14:m>
                  <m:oMath xmlns:m="http://schemas.openxmlformats.org/officeDocument/2006/math">
                    <m:r>
                      <a:rPr dirty="0" i="1" lang="en-US" smtClean="0" sz="2000">
                        <a:latin charset="0" panose="02040503050406030204" pitchFamily="18" typeface="Cambria Math"/>
                      </a:rPr>
                      <m:t>𝑔</m:t>
                    </m:r>
                  </m:oMath>
                </a14:m>
                <a:r>
                  <a:rPr dirty="0" lang="en-US" sz="2000"/>
                  <a:t> value from step 4? Considering the percent error in </a:t>
                </a:r>
                <a14:m>
                  <m:oMath xmlns:m="http://schemas.openxmlformats.org/officeDocument/2006/math">
                    <m:r>
                      <a:rPr dirty="0" i="1" lang="en-US" smtClean="0" sz="2000">
                        <a:latin charset="0" panose="02040503050406030204" pitchFamily="18" typeface="Cambria Math"/>
                      </a:rPr>
                      <m:t>𝑔</m:t>
                    </m:r>
                  </m:oMath>
                </a14:m>
                <a:r>
                  <a:rPr dirty="0" lang="en-US" sz="2000"/>
                  <a:t>, could our measured value of </a:t>
                </a:r>
                <a14:m>
                  <m:oMath xmlns:m="http://schemas.openxmlformats.org/officeDocument/2006/math">
                    <m:r>
                      <a:rPr dirty="0" i="1" lang="en-US" smtClean="0" sz="2000">
                        <a:latin charset="0" panose="02040503050406030204" pitchFamily="18" typeface="Cambria Math"/>
                      </a:rPr>
                      <m:t>𝑔</m:t>
                    </m:r>
                  </m:oMath>
                </a14:m>
                <a:r>
                  <a:rPr dirty="0" lang="en-US" sz="2000"/>
                  <a:t> be closer to the actual value than </a:t>
                </a:r>
                <a14:m>
                  <m:oMath xmlns:m="http://schemas.openxmlformats.org/officeDocument/2006/math">
                    <m:r>
                      <a:rPr dirty="0" i="1" lang="en-US" smtClean="0" sz="2000">
                        <a:latin charset="0" panose="02040503050406030204" pitchFamily="18" typeface="Cambria Math"/>
                      </a:rPr>
                      <m:t>9.8? </m:t>
                    </m:r>
                  </m:oMath>
                </a14:m>
                <a:r>
                  <a:rPr dirty="0" lang="en-US" sz="2000"/>
                  <a:t>Was error in </a:t>
                </a:r>
                <a14:m>
                  <m:oMath xmlns:m="http://schemas.openxmlformats.org/officeDocument/2006/math">
                    <m:r>
                      <a:rPr dirty="0" i="1" lang="en-US" smtClean="0" sz="2000">
                        <a:latin charset="0" panose="02040503050406030204" pitchFamily="18" typeface="Cambria Math"/>
                      </a:rPr>
                      <m:t>𝐿</m:t>
                    </m:r>
                    <m:r>
                      <a:rPr dirty="0" i="1" lang="en-US" smtClean="0" sz="2000">
                        <a:latin charset="0" panose="02040503050406030204" pitchFamily="18" typeface="Cambria Math"/>
                      </a:rPr>
                      <m:t> </m:t>
                    </m:r>
                  </m:oMath>
                </a14:m>
                <a:r>
                  <a:rPr dirty="0" lang="en-US" sz="2000"/>
                  <a:t>or </a:t>
                </a:r>
                <a14:m>
                  <m:oMath xmlns:m="http://schemas.openxmlformats.org/officeDocument/2006/math">
                    <m:r>
                      <a:rPr dirty="0" i="1" lang="en-US" smtClean="0" sz="2000">
                        <a:latin charset="0" panose="02040503050406030204" pitchFamily="18" typeface="Cambria Math"/>
                      </a:rPr>
                      <m:t>𝑇</m:t>
                    </m:r>
                  </m:oMath>
                </a14:m>
                <a:r>
                  <a:rPr dirty="0" lang="en-US" sz="2000"/>
                  <a:t> the primary contributor to your error in the </a:t>
                </a:r>
                <a14:m>
                  <m:oMath xmlns:m="http://schemas.openxmlformats.org/officeDocument/2006/math">
                    <m:r>
                      <a:rPr dirty="0" i="1" lang="en-US" smtClean="0" sz="2000">
                        <a:latin charset="0" panose="02040503050406030204" pitchFamily="18" typeface="Cambria Math"/>
                      </a:rPr>
                      <m:t>𝑔</m:t>
                    </m:r>
                  </m:oMath>
                </a14:m>
                <a:r>
                  <a:rPr dirty="0" lang="en-US" sz="2000"/>
                  <a:t> determination in step 4? Recall that </a:t>
                </a:r>
                <a14:m>
                  <m:oMath xmlns:m="http://schemas.openxmlformats.org/officeDocument/2006/math">
                    <m:r>
                      <a:rPr dirty="0" i="1" lang="en-US" smtClean="0" sz="2000">
                        <a:latin charset="0" panose="02040503050406030204" pitchFamily="18" typeface="Cambria Math"/>
                      </a:rPr>
                      <m:t>𝑔</m:t>
                    </m:r>
                  </m:oMath>
                </a14:m>
                <a:r>
                  <a:rPr dirty="0" lang="en-US" sz="2000"/>
                  <a:t> was calculated from the relation, </a:t>
                </a:r>
                <a14:m>
                  <m:oMath xmlns:m="http://schemas.openxmlformats.org/officeDocument/2006/math">
                    <m:r>
                      <a:rPr dirty="0" i="1" lang="en-US" sz="2000">
                        <a:latin charset="0" panose="02040503050406030204" pitchFamily="18" typeface="Cambria Math"/>
                      </a:rPr>
                      <m:t>𝑔</m:t>
                    </m:r>
                    <m:r>
                      <a:rPr dirty="0" i="1" lang="en-US" sz="2000">
                        <a:latin charset="0" panose="02040503050406030204" pitchFamily="18" typeface="Cambria Math"/>
                      </a:rPr>
                      <m:t>=4</m:t>
                    </m:r>
                    <m:sSup>
                      <m:sSupPr>
                        <m:ctrlPr>
                          <a:rPr dirty="0" i="1" lang="en-US" sz="2000">
                            <a:latin charset="0" panose="02040503050406030204" pitchFamily="18" typeface="Cambria Math"/>
                          </a:rPr>
                        </m:ctrlPr>
                      </m:sSupPr>
                      <m:e>
                        <m:r>
                          <a:rPr dirty="0" i="1" lang="en-US" sz="2000">
                            <a:latin charset="0" panose="02040503050406030204" pitchFamily="18" typeface="Cambria Math"/>
                            <a:ea charset="0" panose="02040503050406030204" pitchFamily="18" typeface="Cambria Math"/>
                          </a:rPr>
                          <m:t>𝜋</m:t>
                        </m:r>
                      </m:e>
                      <m:sup>
                        <m:r>
                          <a:rPr dirty="0" i="1" lang="en-US" sz="2000">
                            <a:latin charset="0" panose="02040503050406030204" pitchFamily="18" typeface="Cambria Math"/>
                          </a:rPr>
                          <m:t>2</m:t>
                        </m:r>
                      </m:sup>
                    </m:sSup>
                    <m:r>
                      <a:rPr dirty="0" i="1" lang="en-US" sz="2000">
                        <a:latin charset="0" panose="02040503050406030204" pitchFamily="18" typeface="Cambria Math"/>
                      </a:rPr>
                      <m:t>𝐿</m:t>
                    </m:r>
                    <m:r>
                      <a:rPr b="0" dirty="0" i="1" lang="en-US" smtClean="0" sz="2000">
                        <a:latin charset="0" panose="02040503050406030204" pitchFamily="18" typeface="Cambria Math"/>
                      </a:rPr>
                      <m:t>/</m:t>
                    </m:r>
                    <m:sSup>
                      <m:sSupPr>
                        <m:ctrlPr>
                          <a:rPr dirty="0" i="1" lang="en-US" sz="2000">
                            <a:latin charset="0" panose="02040503050406030204" pitchFamily="18" typeface="Cambria Math"/>
                          </a:rPr>
                        </m:ctrlPr>
                      </m:sSupPr>
                      <m:e>
                        <m:r>
                          <a:rPr dirty="0" i="1" lang="en-US" sz="2000">
                            <a:latin charset="0" panose="02040503050406030204" pitchFamily="18" typeface="Cambria Math"/>
                          </a:rPr>
                          <m:t>𝑇</m:t>
                        </m:r>
                      </m:e>
                      <m:sup>
                        <m:r>
                          <a:rPr dirty="0" i="1" lang="en-US" sz="2000">
                            <a:latin charset="0" panose="02040503050406030204" pitchFamily="18" typeface="Cambria Math"/>
                          </a:rPr>
                          <m:t>2</m:t>
                        </m:r>
                      </m:sup>
                    </m:sSup>
                  </m:oMath>
                </a14:m>
                <a:r>
                  <a:rPr dirty="0" lang="en-US" sz="2000"/>
                  <a:t>, meaning that the percent error in g is equal to twice the percent error in </a:t>
                </a:r>
                <a14:m>
                  <m:oMath xmlns:m="http://schemas.openxmlformats.org/officeDocument/2006/math">
                    <m:r>
                      <a:rPr dirty="0" i="1" lang="en-US" smtClean="0" sz="2000">
                        <a:latin charset="0" panose="02040503050406030204" pitchFamily="18" typeface="Cambria Math"/>
                      </a:rPr>
                      <m:t>𝑇</m:t>
                    </m:r>
                  </m:oMath>
                </a14:m>
                <a:r>
                  <a:rPr dirty="0" lang="en-US" sz="2000"/>
                  <a:t> plus the percent error in </a:t>
                </a:r>
                <a14:m>
                  <m:oMath xmlns:m="http://schemas.openxmlformats.org/officeDocument/2006/math">
                    <m:r>
                      <a:rPr dirty="0" i="1" lang="en-US" smtClean="0" sz="2000">
                        <a:latin charset="0" panose="02040503050406030204" pitchFamily="18" typeface="Cambria Math"/>
                      </a:rPr>
                      <m:t>𝐿</m:t>
                    </m:r>
                  </m:oMath>
                </a14:m>
                <a:r>
                  <a:rPr dirty="0" lang="en-US" sz="2000"/>
                  <a:t>. Be sure to list and quantify (in terms of their impact on your results) potential random and systematic error sources associated with this lab--there are plenty to talk about.  Consider air resistance, start and stop times, movement of the stand, string length changes, and least counts. </a:t>
                </a:r>
              </a:p>
            </p:txBody>
          </p:sp>
        </mc:Choice>
        <mc:Fallback>
          <p:sp>
            <p:nvSpPr>
              <p:cNvPr id="3" name="Content Placeholder 2">
                <a:extLst>
                  <a:ext uri="{FF2B5EF4-FFF2-40B4-BE49-F238E27FC236}">
                    <a16:creationId xmlns:a16="http://schemas.microsoft.com/office/drawing/2014/main" id="{531C8157-8764-3EB4-3DE6-5AE727908D58}"/>
                  </a:ext>
                </a:extLst>
              </p:cNvPr>
              <p:cNvSpPr>
                <a:spLocks noAdjustHandles="1" noChangeArrowheads="1" noChangeAspect="1" noChangeShapeType="1" noEditPoints="1" noGrp="1" noMove="1" noResize="1" noRot="1" noTextEdit="1"/>
              </p:cNvSpPr>
              <p:nvPr>
                <p:ph idx="1"/>
              </p:nvPr>
            </p:nvSpPr>
            <p:spPr>
              <a:xfrm>
                <a:off x="677333" y="979714"/>
                <a:ext cx="9511696" cy="5710335"/>
              </a:xfrm>
              <a:blipFill>
                <a:blip r:embed="rId2"/>
                <a:stretch>
                  <a:fillRect l="-577" t="-1603"/>
                </a:stretch>
              </a:blipFill>
            </p:spPr>
            <p:txBody>
              <a:bodyPr/>
              <a:lstStyle/>
              <a:p>
                <a:r>
                  <a:rPr lang="en-US">
                    <a:noFill/>
                  </a:rPr>
                  <a:t> </a:t>
                </a:r>
              </a:p>
            </p:txBody>
          </p:sp>
        </mc:Fallback>
      </mc:AlternateContent>
    </p:spTree>
    <p:extLst>
      <p:ext uri="{BB962C8B-B14F-4D97-AF65-F5344CB8AC3E}">
        <p14:creationId xmlns:p14="http://schemas.microsoft.com/office/powerpoint/2010/main" val="2930213277"/>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C224-E9F8-4081-DBC4-5311E6C7D2A1}"/>
              </a:ext>
            </a:extLst>
          </p:cNvPr>
          <p:cNvSpPr>
            <a:spLocks noGrp="1"/>
          </p:cNvSpPr>
          <p:nvPr>
            <p:ph type="title"/>
          </p:nvPr>
        </p:nvSpPr>
        <p:spPr>
          <a:xfrm>
            <a:off x="677334" y="87085"/>
            <a:ext cx="8596668" cy="729553"/>
          </a:xfrm>
        </p:spPr>
        <p:txBody>
          <a:bodyPr/>
          <a:lstStyle/>
          <a:p>
            <a:r>
              <a:rPr dirty="0" lang="en-US">
                <a:solidFill>
                  <a:srgbClr val="1391BC"/>
                </a:solidFill>
              </a:rPr>
              <a:t>Spreadsheet</a:t>
            </a:r>
          </a:p>
        </p:txBody>
      </p:sp>
      <p:sp>
        <p:nvSpPr>
          <p:cNvPr id="3" name="Content Placeholder 2">
            <a:extLst>
              <a:ext uri="{FF2B5EF4-FFF2-40B4-BE49-F238E27FC236}">
                <a16:creationId xmlns:a16="http://schemas.microsoft.com/office/drawing/2014/main" id="{971C8DE4-0C9D-C5F0-3BFF-6A25433AF4E7}"/>
              </a:ext>
            </a:extLst>
          </p:cNvPr>
          <p:cNvSpPr>
            <a:spLocks noGrp="1"/>
          </p:cNvSpPr>
          <p:nvPr>
            <p:ph idx="1"/>
          </p:nvPr>
        </p:nvSpPr>
        <p:spPr>
          <a:xfrm>
            <a:off x="677334" y="679167"/>
            <a:ext cx="8596668" cy="879045"/>
          </a:xfrm>
        </p:spPr>
        <p:txBody>
          <a:bodyPr/>
          <a:lstStyle/>
          <a:p>
            <a:r>
              <a:rPr dirty="0" lang="en-US">
                <a:solidFill>
                  <a:srgbClr val="1391BC"/>
                </a:solidFill>
              </a:rPr>
              <a:t>Spreadsheet to Examine Period as a Function of Pendulum Length: (Include units next to title of columns; graph axes; mean values; slope, intercept etc.)</a:t>
            </a:r>
          </a:p>
          <a:p>
            <a:endParaRPr dirty="0" lang="en-US"/>
          </a:p>
        </p:txBody>
      </p:sp>
      <p:pic>
        <p:nvPicPr>
          <p:cNvPr descr="A spreadsheet displaying data and graphs related to the relationship between period and length in a scientific experiment. The top section contains numerical data with columns labeled Length, Ln(L), Cycles, Number of Cycles, Total, Time, T, Ln(T), and Ln(L). Below, there are two graphs: one titled &quot;Period versus Length&quot; showing a positive correlation between Length (m) and Period, and another titled &quot;Ln(T) versus Ln(L)&quot; illustrating a logarithmic relationship between the natural logarithms of T and L." id="4" name="Picture 3">
            <a:extLst>
              <a:ext uri="{FF2B5EF4-FFF2-40B4-BE49-F238E27FC236}">
                <a16:creationId xmlns:a16="http://schemas.microsoft.com/office/drawing/2014/main" id="{F0F8F176-BBCE-9B97-FF6F-F4AEE71EE311}"/>
              </a:ext>
            </a:extLst>
          </p:cNvPr>
          <p:cNvPicPr>
            <a:picLocks noChangeAspect="1"/>
          </p:cNvPicPr>
          <p:nvPr/>
        </p:nvPicPr>
        <p:blipFill>
          <a:blip r:embed="rId2"/>
          <a:stretch>
            <a:fillRect/>
          </a:stretch>
        </p:blipFill>
        <p:spPr>
          <a:xfrm>
            <a:off x="960108" y="1558212"/>
            <a:ext cx="8596668" cy="4990650"/>
          </a:xfrm>
          <a:prstGeom prst="rect">
            <a:avLst/>
          </a:prstGeom>
        </p:spPr>
      </p:pic>
    </p:spTree>
    <p:extLst>
      <p:ext uri="{BB962C8B-B14F-4D97-AF65-F5344CB8AC3E}">
        <p14:creationId xmlns:p14="http://schemas.microsoft.com/office/powerpoint/2010/main" val="1011301485"/>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EC9D-6E6D-EAB1-0D3A-D3B606A2EDC7}"/>
              </a:ext>
            </a:extLst>
          </p:cNvPr>
          <p:cNvSpPr>
            <a:spLocks noGrp="1"/>
          </p:cNvSpPr>
          <p:nvPr>
            <p:ph type="title"/>
          </p:nvPr>
        </p:nvSpPr>
        <p:spPr>
          <a:xfrm>
            <a:off x="677334" y="306565"/>
            <a:ext cx="8596668" cy="510073"/>
          </a:xfrm>
        </p:spPr>
        <p:txBody>
          <a:bodyPr>
            <a:normAutofit fontScale="90000"/>
          </a:bodyPr>
          <a:lstStyle/>
          <a:p>
            <a:r>
              <a:rPr dirty="0" lang="en-US">
                <a:solidFill>
                  <a:srgbClr val="1391BC"/>
                </a:solidFill>
              </a:rPr>
              <a:t>Spreadsheet Formulas</a:t>
            </a:r>
          </a:p>
        </p:txBody>
      </p:sp>
      <p:sp>
        <p:nvSpPr>
          <p:cNvPr id="3" name="Content Placeholder 2">
            <a:extLst>
              <a:ext uri="{FF2B5EF4-FFF2-40B4-BE49-F238E27FC236}">
                <a16:creationId xmlns:a16="http://schemas.microsoft.com/office/drawing/2014/main" id="{DBCABE75-FC2A-8FDD-233E-9981ADE85F34}"/>
              </a:ext>
            </a:extLst>
          </p:cNvPr>
          <p:cNvSpPr>
            <a:spLocks noGrp="1"/>
          </p:cNvSpPr>
          <p:nvPr>
            <p:ph idx="1"/>
          </p:nvPr>
        </p:nvSpPr>
        <p:spPr>
          <a:xfrm>
            <a:off x="677334" y="900957"/>
            <a:ext cx="8596668" cy="510073"/>
          </a:xfrm>
        </p:spPr>
        <p:txBody>
          <a:bodyPr/>
          <a:lstStyle/>
          <a:p>
            <a:r>
              <a:rPr dirty="0" lang="en-US">
                <a:solidFill>
                  <a:srgbClr val="1391BC"/>
                </a:solidFill>
              </a:rPr>
              <a:t>Spreadsheet Formulas to Examine Period as a Function of Pendulum Length</a:t>
            </a:r>
          </a:p>
        </p:txBody>
      </p:sp>
      <p:pic>
        <p:nvPicPr>
          <p:cNvPr descr="A spreadsheet table displaying data related to cycles, total time, and calculations involving natural logarithms, slopes, intercepts, and exponential functions." id="4" name="Picture 3">
            <a:extLst>
              <a:ext uri="{FF2B5EF4-FFF2-40B4-BE49-F238E27FC236}">
                <a16:creationId xmlns:a16="http://schemas.microsoft.com/office/drawing/2014/main" id="{8719B931-FEE5-0EE4-6A17-599B51C069E3}"/>
              </a:ext>
            </a:extLst>
          </p:cNvPr>
          <p:cNvPicPr>
            <a:picLocks noChangeAspect="1"/>
          </p:cNvPicPr>
          <p:nvPr/>
        </p:nvPicPr>
        <p:blipFill>
          <a:blip r:embed="rId2"/>
          <a:stretch>
            <a:fillRect/>
          </a:stretch>
        </p:blipFill>
        <p:spPr>
          <a:xfrm>
            <a:off x="139509" y="1411030"/>
            <a:ext cx="10835374" cy="3872204"/>
          </a:xfrm>
          <a:prstGeom prst="rect">
            <a:avLst/>
          </a:prstGeom>
        </p:spPr>
      </p:pic>
    </p:spTree>
    <p:extLst>
      <p:ext uri="{BB962C8B-B14F-4D97-AF65-F5344CB8AC3E}">
        <p14:creationId xmlns:p14="http://schemas.microsoft.com/office/powerpoint/2010/main" val="4277929735"/>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D7C39-3A98-DF90-660B-94A900008D43}"/>
              </a:ext>
            </a:extLst>
          </p:cNvPr>
          <p:cNvSpPr>
            <a:spLocks noGrp="1"/>
          </p:cNvSpPr>
          <p:nvPr>
            <p:ph type="title"/>
          </p:nvPr>
        </p:nvSpPr>
        <p:spPr>
          <a:xfrm>
            <a:off x="612020" y="255037"/>
            <a:ext cx="8596668" cy="929951"/>
          </a:xfrm>
        </p:spPr>
        <p:txBody>
          <a:bodyPr/>
          <a:lstStyle/>
          <a:p>
            <a:r>
              <a:rPr dirty="0" lang="en-US">
                <a:solidFill>
                  <a:srgbClr val="1391BC"/>
                </a:solidFill>
              </a:rPr>
              <a:t>Spreadsheet – Calculation of ‘g’</a:t>
            </a:r>
          </a:p>
        </p:txBody>
      </p:sp>
      <p:sp>
        <p:nvSpPr>
          <p:cNvPr id="3" name="Content Placeholder 2">
            <a:extLst>
              <a:ext uri="{FF2B5EF4-FFF2-40B4-BE49-F238E27FC236}">
                <a16:creationId xmlns:a16="http://schemas.microsoft.com/office/drawing/2014/main" id="{000E1898-26C7-3241-3ACF-CE91AD3B5DEB}"/>
              </a:ext>
            </a:extLst>
          </p:cNvPr>
          <p:cNvSpPr>
            <a:spLocks noGrp="1"/>
          </p:cNvSpPr>
          <p:nvPr>
            <p:ph idx="1"/>
          </p:nvPr>
        </p:nvSpPr>
        <p:spPr>
          <a:xfrm>
            <a:off x="695995" y="900405"/>
            <a:ext cx="8596668" cy="569166"/>
          </a:xfrm>
        </p:spPr>
        <p:txBody>
          <a:bodyPr>
            <a:normAutofit/>
          </a:bodyPr>
          <a:lstStyle/>
          <a:p>
            <a:pPr indent="0" marL="0">
              <a:buNone/>
            </a:pPr>
            <a:r>
              <a:rPr dirty="0" lang="en-US"/>
              <a:t>g Calculation Spreadsheet</a:t>
            </a:r>
          </a:p>
          <a:p>
            <a:pPr indent="0" marL="0">
              <a:buNone/>
            </a:pPr>
            <a:endParaRPr dirty="0" lang="en-US"/>
          </a:p>
          <a:p>
            <a:pPr indent="0" marL="0">
              <a:buNone/>
            </a:pPr>
            <a:endParaRPr dirty="0" lang="en-US"/>
          </a:p>
        </p:txBody>
      </p:sp>
      <mc:AlternateContent xmlns:a14="http://schemas.microsoft.com/office/drawing/2010/main" xmlns:mc="http://schemas.openxmlformats.org/markup-compatibility/2006">
        <mc:Choice Requires="a14">
          <p:graphicFrame>
            <p:nvGraphicFramePr>
              <p:cNvPr id="4" name="Table 3">
                <a:extLst>
                  <a:ext uri="{FF2B5EF4-FFF2-40B4-BE49-F238E27FC236}">
                    <a16:creationId xmlns:a16="http://schemas.microsoft.com/office/drawing/2014/main" id="{0889C7B9-960B-D9F5-97B6-33AE24A8992C}"/>
                  </a:ext>
                </a:extLst>
              </p:cNvPr>
              <p:cNvGraphicFramePr>
                <a:graphicFrameLocks noGrp="1"/>
              </p:cNvGraphicFramePr>
              <p:nvPr>
                <p:extLst>
                  <p:ext uri="{D42A27DB-BD31-4B8C-83A1-F6EECF244321}">
                    <p14:modId xmlns:p14="http://schemas.microsoft.com/office/powerpoint/2010/main" val="1765707414"/>
                  </p:ext>
                </p:extLst>
              </p:nvPr>
            </p:nvGraphicFramePr>
            <p:xfrm>
              <a:off x="695994" y="1469570"/>
              <a:ext cx="5247606" cy="4781938"/>
            </p:xfrm>
            <a:graphic>
              <a:graphicData uri="http://schemas.openxmlformats.org/drawingml/2006/table">
                <a:tbl>
                  <a:tblPr bandRow="1" firstCol="1" firstRow="1">
                    <a:tableStyleId>{5C22544A-7EE6-4342-B048-85BDC9FD1C3A}</a:tableStyleId>
                  </a:tblPr>
                  <a:tblGrid>
                    <a:gridCol w="390488">
                      <a:extLst>
                        <a:ext uri="{9D8B030D-6E8A-4147-A177-3AD203B41FA5}">
                          <a16:colId xmlns:a16="http://schemas.microsoft.com/office/drawing/2014/main" val="4233444353"/>
                        </a:ext>
                      </a:extLst>
                    </a:gridCol>
                    <a:gridCol w="1851391">
                      <a:extLst>
                        <a:ext uri="{9D8B030D-6E8A-4147-A177-3AD203B41FA5}">
                          <a16:colId xmlns:a16="http://schemas.microsoft.com/office/drawing/2014/main" val="431774332"/>
                        </a:ext>
                      </a:extLst>
                    </a:gridCol>
                    <a:gridCol w="770699">
                      <a:extLst>
                        <a:ext uri="{9D8B030D-6E8A-4147-A177-3AD203B41FA5}">
                          <a16:colId xmlns:a16="http://schemas.microsoft.com/office/drawing/2014/main" val="1271090767"/>
                        </a:ext>
                      </a:extLst>
                    </a:gridCol>
                    <a:gridCol w="1001909">
                      <a:extLst>
                        <a:ext uri="{9D8B030D-6E8A-4147-A177-3AD203B41FA5}">
                          <a16:colId xmlns:a16="http://schemas.microsoft.com/office/drawing/2014/main" val="2536429857"/>
                        </a:ext>
                      </a:extLst>
                    </a:gridCol>
                    <a:gridCol w="1233119">
                      <a:extLst>
                        <a:ext uri="{9D8B030D-6E8A-4147-A177-3AD203B41FA5}">
                          <a16:colId xmlns:a16="http://schemas.microsoft.com/office/drawing/2014/main" val="3796001887"/>
                        </a:ext>
                      </a:extLst>
                    </a:gridCol>
                  </a:tblGrid>
                  <a:tr h="229901">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A</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B</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C</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D</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95821302"/>
                      </a:ext>
                    </a:extLst>
                  </a:tr>
                  <a:tr h="420390">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Trial</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L (m)</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Cycles, N</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Period, T (s)</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232580680"/>
                      </a:ext>
                    </a:extLst>
                  </a:tr>
                  <a:tr h="229901">
                    <a:tc>
                      <a:txBody>
                        <a:bodyPr/>
                        <a:lstStyle/>
                        <a:p>
                          <a:pPr algn="ctr" marL="0" marR="0">
                            <a:spcBef>
                              <a:spcPts val="0"/>
                            </a:spcBef>
                            <a:spcAft>
                              <a:spcPts val="0"/>
                            </a:spcAft>
                          </a:pPr>
                          <a:r>
                            <a:rPr lang="en-US" sz="1200">
                              <a:solidFill>
                                <a:schemeClr val="tx1"/>
                              </a:solidFill>
                              <a:effectLst/>
                            </a:rPr>
                            <a:t>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819127431"/>
                      </a:ext>
                    </a:extLst>
                  </a:tr>
                  <a:tr h="229901">
                    <a:tc>
                      <a:txBody>
                        <a:bodyPr/>
                        <a:lstStyle/>
                        <a:p>
                          <a:pPr algn="ctr" marL="0" marR="0">
                            <a:spcBef>
                              <a:spcPts val="0"/>
                            </a:spcBef>
                            <a:spcAft>
                              <a:spcPts val="0"/>
                            </a:spcAft>
                          </a:pPr>
                          <a:r>
                            <a:rPr lang="en-US" sz="1200">
                              <a:solidFill>
                                <a:schemeClr val="tx1"/>
                              </a:solidFill>
                              <a:effectLst/>
                            </a:rPr>
                            <a:t>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2.409</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3028398620"/>
                      </a:ext>
                    </a:extLst>
                  </a:tr>
                  <a:tr h="229901">
                    <a:tc>
                      <a:txBody>
                        <a:bodyPr/>
                        <a:lstStyle/>
                        <a:p>
                          <a:pPr algn="ctr" marL="0" marR="0">
                            <a:spcBef>
                              <a:spcPts val="0"/>
                            </a:spcBef>
                            <a:spcAft>
                              <a:spcPts val="0"/>
                            </a:spcAft>
                          </a:pPr>
                          <a:r>
                            <a:rPr lang="en-US" sz="1200">
                              <a:solidFill>
                                <a:schemeClr val="tx1"/>
                              </a:solidFill>
                              <a:effectLst/>
                            </a:rPr>
                            <a:t>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576746638"/>
                      </a:ext>
                    </a:extLst>
                  </a:tr>
                  <a:tr h="229901">
                    <a:tc>
                      <a:txBody>
                        <a:bodyPr/>
                        <a:lstStyle/>
                        <a:p>
                          <a:pPr algn="ctr" marL="0" marR="0">
                            <a:spcBef>
                              <a:spcPts val="0"/>
                            </a:spcBef>
                            <a:spcAft>
                              <a:spcPts val="0"/>
                            </a:spcAft>
                          </a:pPr>
                          <a:r>
                            <a:rPr lang="en-US" sz="1200">
                              <a:solidFill>
                                <a:schemeClr val="tx1"/>
                              </a:solidFill>
                              <a:effectLst/>
                            </a:rPr>
                            <a:t>5</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562875448"/>
                      </a:ext>
                    </a:extLst>
                  </a:tr>
                  <a:tr h="229901">
                    <a:tc>
                      <a:txBody>
                        <a:bodyPr/>
                        <a:lstStyle/>
                        <a:p>
                          <a:pPr algn="ctr" marL="0" marR="0">
                            <a:spcBef>
                              <a:spcPts val="0"/>
                            </a:spcBef>
                            <a:spcAft>
                              <a:spcPts val="0"/>
                            </a:spcAft>
                          </a:pPr>
                          <a:r>
                            <a:rPr lang="en-US" sz="1200">
                              <a:solidFill>
                                <a:schemeClr val="tx1"/>
                              </a:solidFill>
                              <a:effectLst/>
                            </a:rPr>
                            <a:t>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5</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876714353"/>
                      </a:ext>
                    </a:extLst>
                  </a:tr>
                  <a:tr h="229901">
                    <a:tc>
                      <a:txBody>
                        <a:bodyPr/>
                        <a:lstStyle/>
                        <a:p>
                          <a:pPr algn="ctr" marL="0" marR="0">
                            <a:spcBef>
                              <a:spcPts val="0"/>
                            </a:spcBef>
                            <a:spcAft>
                              <a:spcPts val="0"/>
                            </a:spcAft>
                          </a:pPr>
                          <a:r>
                            <a:rPr lang="en-US" sz="1200">
                              <a:solidFill>
                                <a:schemeClr val="tx1"/>
                              </a:solidFill>
                              <a:effectLst/>
                            </a:rPr>
                            <a:t>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Average</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348305073"/>
                      </a:ext>
                    </a:extLst>
                  </a:tr>
                  <a:tr h="420390">
                    <a:tc>
                      <a:txBody>
                        <a:bodyPr/>
                        <a:lstStyle/>
                        <a:p>
                          <a:pPr algn="ctr" marL="0" marR="0">
                            <a:spcBef>
                              <a:spcPts val="0"/>
                            </a:spcBef>
                            <a:spcAft>
                              <a:spcPts val="0"/>
                            </a:spcAft>
                          </a:pPr>
                          <a:r>
                            <a:rPr lang="en-US" sz="1200">
                              <a:solidFill>
                                <a:schemeClr val="tx1"/>
                              </a:solidFill>
                              <a:effectLst/>
                            </a:rPr>
                            <a:t>8</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Standard Deviation</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0.002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0.002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847848826"/>
                      </a:ext>
                    </a:extLst>
                  </a:tr>
                  <a:tr h="229901">
                    <a:tc>
                      <a:txBody>
                        <a:bodyPr/>
                        <a:lstStyle/>
                        <a:p>
                          <a:pPr algn="ctr" marL="0" marR="0">
                            <a:spcBef>
                              <a:spcPts val="0"/>
                            </a:spcBef>
                            <a:spcAft>
                              <a:spcPts val="0"/>
                            </a:spcAft>
                          </a:pPr>
                          <a:r>
                            <a:rPr lang="en-US" sz="1200">
                              <a:solidFill>
                                <a:schemeClr val="tx1"/>
                              </a:solidFill>
                              <a:effectLst/>
                            </a:rPr>
                            <a:t>9</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 Error</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0.100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0.100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640698181"/>
                      </a:ext>
                    </a:extLst>
                  </a:tr>
                  <a:tr h="420390">
                    <a:tc>
                      <a:txBody>
                        <a:bodyPr/>
                        <a:lstStyle/>
                        <a:p>
                          <a:pPr algn="ctr" marL="0" marR="0">
                            <a:spcBef>
                              <a:spcPts val="0"/>
                            </a:spcBef>
                            <a:spcAft>
                              <a:spcPts val="0"/>
                            </a:spcAft>
                          </a:pPr>
                          <a:r>
                            <a:rPr lang="en-US" sz="1200">
                              <a:solidFill>
                                <a:schemeClr val="tx1"/>
                              </a:solidFill>
                              <a:effectLst/>
                            </a:rPr>
                            <a:t>10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dirty="0" lang="en-US" sz="1200">
                              <a:solidFill>
                                <a:schemeClr val="tx1"/>
                              </a:solidFill>
                              <a:effectLst/>
                            </a:rPr>
                            <a:t>Calculated g(m/</a:t>
                          </a:r>
                          <a14:m>
                            <m:oMath xmlns:m="http://schemas.openxmlformats.org/officeDocument/2006/math">
                              <m:sSup>
                                <m:sSupPr>
                                  <m:ctrlPr>
                                    <a:rPr dirty="0" i="1" lang="en-US" smtClean="0" sz="1200">
                                      <a:solidFill>
                                        <a:schemeClr val="tx1"/>
                                      </a:solidFill>
                                      <a:effectLst/>
                                      <a:latin charset="0" panose="02040503050406030204" pitchFamily="18" typeface="Cambria Math"/>
                                    </a:rPr>
                                  </m:ctrlPr>
                                </m:sSupPr>
                                <m:e>
                                  <m:r>
                                    <a:rPr b="0" dirty="0" i="1" lang="en-US" smtClean="0" sz="1200">
                                      <a:solidFill>
                                        <a:schemeClr val="tx1"/>
                                      </a:solidFill>
                                      <a:effectLst/>
                                      <a:latin charset="0" panose="02040503050406030204" pitchFamily="18" typeface="Cambria Math"/>
                                    </a:rPr>
                                    <m:t>𝑠</m:t>
                                  </m:r>
                                </m:e>
                                <m:sup>
                                  <m:r>
                                    <a:rPr b="0" dirty="0" i="1" lang="en-US" smtClean="0" sz="1200">
                                      <a:solidFill>
                                        <a:schemeClr val="tx1"/>
                                      </a:solidFill>
                                      <a:effectLst/>
                                      <a:latin charset="0" panose="02040503050406030204" pitchFamily="18" typeface="Cambria Math"/>
                                    </a:rPr>
                                    <m:t>2</m:t>
                                  </m:r>
                                </m:sup>
                              </m:sSup>
                            </m:oMath>
                          </a14:m>
                          <a:r>
                            <a:rPr dirty="0" lang="en-US" sz="1200">
                              <a:solidFill>
                                <a:schemeClr val="tx1"/>
                              </a:solidFill>
                              <a:effectLst/>
                            </a:rPr>
                            <a:t>)</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9.802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6524979"/>
                      </a:ext>
                    </a:extLst>
                  </a:tr>
                  <a:tr h="420390">
                    <a:tc>
                      <a:txBody>
                        <a:bodyPr/>
                        <a:lstStyle/>
                        <a:p>
                          <a:pPr algn="ctr" marL="0" marR="0">
                            <a:spcBef>
                              <a:spcPts val="0"/>
                            </a:spcBef>
                            <a:spcAft>
                              <a:spcPts val="0"/>
                            </a:spcAft>
                          </a:pPr>
                          <a:r>
                            <a:rPr lang="en-US" sz="1200">
                              <a:solidFill>
                                <a:schemeClr val="tx1"/>
                              </a:solidFill>
                              <a:effectLst/>
                            </a:rPr>
                            <a:t>11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Error</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0.300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3205614023"/>
                      </a:ext>
                    </a:extLst>
                  </a:tr>
                  <a:tr h="420390">
                    <a:tc>
                      <a:txBody>
                        <a:bodyPr/>
                        <a:lstStyle/>
                        <a:p>
                          <a:pPr algn="ctr" marL="0" marR="0">
                            <a:spcBef>
                              <a:spcPts val="0"/>
                            </a:spcBef>
                            <a:spcAft>
                              <a:spcPts val="0"/>
                            </a:spcAft>
                          </a:pPr>
                          <a:r>
                            <a:rPr lang="en-US" sz="1200">
                              <a:solidFill>
                                <a:schemeClr val="tx1"/>
                              </a:solidFill>
                              <a:effectLst/>
                            </a:rPr>
                            <a:t>12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Standard Deviation</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0.018</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101438969"/>
                      </a:ext>
                    </a:extLst>
                  </a:tr>
                  <a:tr h="420390">
                    <a:tc>
                      <a:txBody>
                        <a:bodyPr/>
                        <a:lstStyle/>
                        <a:p>
                          <a:pPr algn="ctr" marL="0" marR="0">
                            <a:spcBef>
                              <a:spcPts val="0"/>
                            </a:spcBef>
                            <a:spcAft>
                              <a:spcPts val="0"/>
                            </a:spcAft>
                          </a:pPr>
                          <a:r>
                            <a:rPr lang="en-US" sz="1200">
                              <a:solidFill>
                                <a:schemeClr val="tx1"/>
                              </a:solidFill>
                              <a:effectLst/>
                            </a:rPr>
                            <a:t>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dirty="0" lang="en-US" sz="1200">
                              <a:solidFill>
                                <a:schemeClr val="tx1"/>
                              </a:solidFill>
                              <a:effectLst/>
                            </a:rPr>
                            <a:t>Accepted </a:t>
                          </a:r>
                          <a14:m>
                            <m:oMath xmlns:m="http://schemas.openxmlformats.org/officeDocument/2006/math">
                              <m:r>
                                <a:rPr dirty="0" i="1" lang="en-US" smtClean="0" sz="1200">
                                  <a:solidFill>
                                    <a:schemeClr val="tx1"/>
                                  </a:solidFill>
                                  <a:effectLst/>
                                  <a:latin charset="0" panose="02040503050406030204" pitchFamily="18" typeface="Cambria Math"/>
                                </a:rPr>
                                <m:t>𝑔</m:t>
                              </m:r>
                              <m:r>
                                <a:rPr dirty="0" i="1" lang="en-US" smtClean="0" sz="1200">
                                  <a:solidFill>
                                    <a:schemeClr val="tx1"/>
                                  </a:solidFill>
                                  <a:effectLst/>
                                  <a:latin charset="0" panose="02040503050406030204" pitchFamily="18" typeface="Cambria Math"/>
                                </a:rPr>
                                <m:t>(</m:t>
                              </m:r>
                              <m:r>
                                <a:rPr dirty="0" i="1" lang="en-US" smtClean="0" sz="1200">
                                  <a:solidFill>
                                    <a:schemeClr val="tx1"/>
                                  </a:solidFill>
                                  <a:effectLst/>
                                  <a:latin charset="0" panose="02040503050406030204" pitchFamily="18" typeface="Cambria Math"/>
                                </a:rPr>
                                <m:t>𝑚</m:t>
                              </m:r>
                              <m:r>
                                <a:rPr dirty="0" i="1" lang="en-US" smtClean="0" sz="1200">
                                  <a:solidFill>
                                    <a:schemeClr val="tx1"/>
                                  </a:solidFill>
                                  <a:effectLst/>
                                  <a:latin charset="0" panose="02040503050406030204" pitchFamily="18" typeface="Cambria Math"/>
                                </a:rPr>
                                <m:t>/</m:t>
                              </m:r>
                              <m:sSup>
                                <m:sSupPr>
                                  <m:ctrlPr>
                                    <a:rPr dirty="0" i="1" lang="en-US" smtClean="0" sz="1200">
                                      <a:solidFill>
                                        <a:schemeClr val="tx1"/>
                                      </a:solidFill>
                                      <a:effectLst/>
                                      <a:latin charset="0" panose="02040503050406030204" pitchFamily="18" typeface="Cambria Math"/>
                                    </a:rPr>
                                  </m:ctrlPr>
                                </m:sSupPr>
                                <m:e>
                                  <m:r>
                                    <a:rPr b="0" dirty="0" i="1" lang="en-US" smtClean="0" sz="1200">
                                      <a:solidFill>
                                        <a:schemeClr val="tx1"/>
                                      </a:solidFill>
                                      <a:effectLst/>
                                      <a:latin charset="0" panose="02040503050406030204" pitchFamily="18" typeface="Cambria Math"/>
                                    </a:rPr>
                                    <m:t>𝑠</m:t>
                                  </m:r>
                                </m:e>
                                <m:sup>
                                  <m:r>
                                    <a:rPr b="0" dirty="0" i="1" lang="en-US" smtClean="0" sz="1200">
                                      <a:solidFill>
                                        <a:schemeClr val="tx1"/>
                                      </a:solidFill>
                                      <a:effectLst/>
                                      <a:latin charset="0" panose="02040503050406030204" pitchFamily="18" typeface="Cambria Math"/>
                                    </a:rPr>
                                    <m:t>2</m:t>
                                  </m:r>
                                </m:sup>
                              </m:sSup>
                            </m:oMath>
                          </a14:m>
                          <a:r>
                            <a:rPr dirty="0" lang="en-US" sz="1200">
                              <a:solidFill>
                                <a:schemeClr val="tx1"/>
                              </a:solidFill>
                              <a:effectLst/>
                            </a:rPr>
                            <a:t>)</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9.800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732124140"/>
                      </a:ext>
                    </a:extLst>
                  </a:tr>
                  <a:tr h="420390">
                    <a:tc>
                      <a:txBody>
                        <a:bodyPr/>
                        <a:lstStyle/>
                        <a:p>
                          <a:pPr algn="ctr" marL="0" marR="0">
                            <a:spcBef>
                              <a:spcPts val="0"/>
                            </a:spcBef>
                            <a:spcAft>
                              <a:spcPts val="0"/>
                            </a:spcAft>
                          </a:pPr>
                          <a:r>
                            <a:rPr lang="en-US" sz="1200">
                              <a:solidFill>
                                <a:schemeClr val="tx1"/>
                              </a:solidFill>
                              <a:effectLst/>
                            </a:rPr>
                            <a:t>14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from accepted g</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dirty="0" lang="en-US" sz="1200">
                              <a:solidFill>
                                <a:schemeClr val="tx1"/>
                              </a:solidFill>
                              <a:effectLst/>
                            </a:rPr>
                            <a:t> </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983569450"/>
                      </a:ext>
                    </a:extLst>
                  </a:tr>
                </a:tbl>
              </a:graphicData>
            </a:graphic>
          </p:graphicFrame>
        </mc:Choice>
        <mc:Fallback>
          <p:graphicFrame>
            <p:nvGraphicFramePr>
              <p:cNvPr id="4" name="Table 3">
                <a:extLst>
                  <a:ext uri="{FF2B5EF4-FFF2-40B4-BE49-F238E27FC236}">
                    <a16:creationId xmlns:a16="http://schemas.microsoft.com/office/drawing/2014/main" id="{0889C7B9-960B-D9F5-97B6-33AE24A8992C}"/>
                  </a:ext>
                </a:extLst>
              </p:cNvPr>
              <p:cNvGraphicFramePr>
                <a:graphicFrameLocks noGrp="1"/>
              </p:cNvGraphicFramePr>
              <p:nvPr>
                <p:extLst>
                  <p:ext uri="{D42A27DB-BD31-4B8C-83A1-F6EECF244321}">
                    <p14:modId xmlns:p14="http://schemas.microsoft.com/office/powerpoint/2010/main" val="1765707414"/>
                  </p:ext>
                </p:extLst>
              </p:nvPr>
            </p:nvGraphicFramePr>
            <p:xfrm>
              <a:off x="695994" y="1469570"/>
              <a:ext cx="5247606" cy="4781938"/>
            </p:xfrm>
            <a:graphic>
              <a:graphicData uri="http://schemas.openxmlformats.org/drawingml/2006/table">
                <a:tbl>
                  <a:tblPr bandRow="1" firstCol="1" firstRow="1">
                    <a:tableStyleId>{5C22544A-7EE6-4342-B048-85BDC9FD1C3A}</a:tableStyleId>
                  </a:tblPr>
                  <a:tblGrid>
                    <a:gridCol w="390488">
                      <a:extLst>
                        <a:ext uri="{9D8B030D-6E8A-4147-A177-3AD203B41FA5}">
                          <a16:colId xmlns:a16="http://schemas.microsoft.com/office/drawing/2014/main" val="4233444353"/>
                        </a:ext>
                      </a:extLst>
                    </a:gridCol>
                    <a:gridCol w="1851391">
                      <a:extLst>
                        <a:ext uri="{9D8B030D-6E8A-4147-A177-3AD203B41FA5}">
                          <a16:colId xmlns:a16="http://schemas.microsoft.com/office/drawing/2014/main" val="431774332"/>
                        </a:ext>
                      </a:extLst>
                    </a:gridCol>
                    <a:gridCol w="770699">
                      <a:extLst>
                        <a:ext uri="{9D8B030D-6E8A-4147-A177-3AD203B41FA5}">
                          <a16:colId xmlns:a16="http://schemas.microsoft.com/office/drawing/2014/main" val="1271090767"/>
                        </a:ext>
                      </a:extLst>
                    </a:gridCol>
                    <a:gridCol w="1001909">
                      <a:extLst>
                        <a:ext uri="{9D8B030D-6E8A-4147-A177-3AD203B41FA5}">
                          <a16:colId xmlns:a16="http://schemas.microsoft.com/office/drawing/2014/main" val="2536429857"/>
                        </a:ext>
                      </a:extLst>
                    </a:gridCol>
                    <a:gridCol w="1233119">
                      <a:extLst>
                        <a:ext uri="{9D8B030D-6E8A-4147-A177-3AD203B41FA5}">
                          <a16:colId xmlns:a16="http://schemas.microsoft.com/office/drawing/2014/main" val="3796001887"/>
                        </a:ext>
                      </a:extLst>
                    </a:gridCol>
                  </a:tblGrid>
                  <a:tr h="229901">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A</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B</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C</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D</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95821302"/>
                      </a:ext>
                    </a:extLst>
                  </a:tr>
                  <a:tr h="420390">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Trial</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L (m)</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Cycles, N</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Period, T (s)</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232580680"/>
                      </a:ext>
                    </a:extLst>
                  </a:tr>
                  <a:tr h="229901">
                    <a:tc>
                      <a:txBody>
                        <a:bodyPr/>
                        <a:lstStyle/>
                        <a:p>
                          <a:pPr algn="ctr" marL="0" marR="0">
                            <a:spcBef>
                              <a:spcPts val="0"/>
                            </a:spcBef>
                            <a:spcAft>
                              <a:spcPts val="0"/>
                            </a:spcAft>
                          </a:pPr>
                          <a:r>
                            <a:rPr lang="en-US" sz="1200">
                              <a:solidFill>
                                <a:schemeClr val="tx1"/>
                              </a:solidFill>
                              <a:effectLst/>
                            </a:rPr>
                            <a:t>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819127431"/>
                      </a:ext>
                    </a:extLst>
                  </a:tr>
                  <a:tr h="229901">
                    <a:tc>
                      <a:txBody>
                        <a:bodyPr/>
                        <a:lstStyle/>
                        <a:p>
                          <a:pPr algn="ctr" marL="0" marR="0">
                            <a:spcBef>
                              <a:spcPts val="0"/>
                            </a:spcBef>
                            <a:spcAft>
                              <a:spcPts val="0"/>
                            </a:spcAft>
                          </a:pPr>
                          <a:r>
                            <a:rPr lang="en-US" sz="1200">
                              <a:solidFill>
                                <a:schemeClr val="tx1"/>
                              </a:solidFill>
                              <a:effectLst/>
                            </a:rPr>
                            <a:t>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2.409</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3028398620"/>
                      </a:ext>
                    </a:extLst>
                  </a:tr>
                  <a:tr h="229901">
                    <a:tc>
                      <a:txBody>
                        <a:bodyPr/>
                        <a:lstStyle/>
                        <a:p>
                          <a:pPr algn="ctr" marL="0" marR="0">
                            <a:spcBef>
                              <a:spcPts val="0"/>
                            </a:spcBef>
                            <a:spcAft>
                              <a:spcPts val="0"/>
                            </a:spcAft>
                          </a:pPr>
                          <a:r>
                            <a:rPr lang="en-US" sz="1200">
                              <a:solidFill>
                                <a:schemeClr val="tx1"/>
                              </a:solidFill>
                              <a:effectLst/>
                            </a:rPr>
                            <a:t>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576746638"/>
                      </a:ext>
                    </a:extLst>
                  </a:tr>
                  <a:tr h="229901">
                    <a:tc>
                      <a:txBody>
                        <a:bodyPr/>
                        <a:lstStyle/>
                        <a:p>
                          <a:pPr algn="ctr" marL="0" marR="0">
                            <a:spcBef>
                              <a:spcPts val="0"/>
                            </a:spcBef>
                            <a:spcAft>
                              <a:spcPts val="0"/>
                            </a:spcAft>
                          </a:pPr>
                          <a:r>
                            <a:rPr lang="en-US" sz="1200">
                              <a:solidFill>
                                <a:schemeClr val="tx1"/>
                              </a:solidFill>
                              <a:effectLst/>
                            </a:rPr>
                            <a:t>5</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562875448"/>
                      </a:ext>
                    </a:extLst>
                  </a:tr>
                  <a:tr h="229901">
                    <a:tc>
                      <a:txBody>
                        <a:bodyPr/>
                        <a:lstStyle/>
                        <a:p>
                          <a:pPr algn="ctr" marL="0" marR="0">
                            <a:spcBef>
                              <a:spcPts val="0"/>
                            </a:spcBef>
                            <a:spcAft>
                              <a:spcPts val="0"/>
                            </a:spcAft>
                          </a:pPr>
                          <a:r>
                            <a:rPr lang="en-US" sz="1200">
                              <a:solidFill>
                                <a:schemeClr val="tx1"/>
                              </a:solidFill>
                              <a:effectLst/>
                            </a:rPr>
                            <a:t>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5</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876714353"/>
                      </a:ext>
                    </a:extLst>
                  </a:tr>
                  <a:tr h="229901">
                    <a:tc>
                      <a:txBody>
                        <a:bodyPr/>
                        <a:lstStyle/>
                        <a:p>
                          <a:pPr algn="ctr" marL="0" marR="0">
                            <a:spcBef>
                              <a:spcPts val="0"/>
                            </a:spcBef>
                            <a:spcAft>
                              <a:spcPts val="0"/>
                            </a:spcAft>
                          </a:pPr>
                          <a:r>
                            <a:rPr lang="en-US" sz="1200">
                              <a:solidFill>
                                <a:schemeClr val="tx1"/>
                              </a:solidFill>
                              <a:effectLst/>
                            </a:rPr>
                            <a:t>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Average</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2.407</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3.113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348305073"/>
                      </a:ext>
                    </a:extLst>
                  </a:tr>
                  <a:tr h="420390">
                    <a:tc>
                      <a:txBody>
                        <a:bodyPr/>
                        <a:lstStyle/>
                        <a:p>
                          <a:pPr algn="ctr" marL="0" marR="0">
                            <a:spcBef>
                              <a:spcPts val="0"/>
                            </a:spcBef>
                            <a:spcAft>
                              <a:spcPts val="0"/>
                            </a:spcAft>
                          </a:pPr>
                          <a:r>
                            <a:rPr lang="en-US" sz="1200">
                              <a:solidFill>
                                <a:schemeClr val="tx1"/>
                              </a:solidFill>
                              <a:effectLst/>
                            </a:rPr>
                            <a:t>8</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Standard Deviation</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0.002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0.002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847848826"/>
                      </a:ext>
                    </a:extLst>
                  </a:tr>
                  <a:tr h="229901">
                    <a:tc>
                      <a:txBody>
                        <a:bodyPr/>
                        <a:lstStyle/>
                        <a:p>
                          <a:pPr algn="ctr" marL="0" marR="0">
                            <a:spcBef>
                              <a:spcPts val="0"/>
                            </a:spcBef>
                            <a:spcAft>
                              <a:spcPts val="0"/>
                            </a:spcAft>
                          </a:pPr>
                          <a:r>
                            <a:rPr lang="en-US" sz="1200">
                              <a:solidFill>
                                <a:schemeClr val="tx1"/>
                              </a:solidFill>
                              <a:effectLst/>
                            </a:rPr>
                            <a:t>9</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 Error</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0.100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0.100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640698181"/>
                      </a:ext>
                    </a:extLst>
                  </a:tr>
                  <a:tr h="420390">
                    <a:tc>
                      <a:txBody>
                        <a:bodyPr/>
                        <a:lstStyle/>
                        <a:p>
                          <a:pPr algn="ctr" marL="0" marR="0">
                            <a:spcBef>
                              <a:spcPts val="0"/>
                            </a:spcBef>
                            <a:spcAft>
                              <a:spcPts val="0"/>
                            </a:spcAft>
                          </a:pPr>
                          <a:r>
                            <a:rPr lang="en-US" sz="1200">
                              <a:solidFill>
                                <a:schemeClr val="tx1"/>
                              </a:solidFill>
                              <a:effectLst/>
                            </a:rPr>
                            <a:t>10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endParaRPr lang="en-US"/>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blipFill>
                          <a:blip r:embed="rId2"/>
                          <a:stretch>
                            <a:fillRect b="-402899" l="-21382" r="-163158" t="-643478"/>
                          </a:stretch>
                        </a:blipFill>
                      </a:tcPr>
                    </a:tc>
                    <a:tc>
                      <a:txBody>
                        <a:bodyPr/>
                        <a:lstStyle/>
                        <a:p>
                          <a:pPr algn="r" marL="0" marR="0">
                            <a:spcBef>
                              <a:spcPts val="0"/>
                            </a:spcBef>
                            <a:spcAft>
                              <a:spcPts val="0"/>
                            </a:spcAft>
                          </a:pPr>
                          <a:r>
                            <a:rPr lang="en-US" sz="1200">
                              <a:solidFill>
                                <a:schemeClr val="tx1"/>
                              </a:solidFill>
                              <a:effectLst/>
                            </a:rPr>
                            <a:t>9.802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6524979"/>
                      </a:ext>
                    </a:extLst>
                  </a:tr>
                  <a:tr h="420390">
                    <a:tc>
                      <a:txBody>
                        <a:bodyPr/>
                        <a:lstStyle/>
                        <a:p>
                          <a:pPr algn="ctr" marL="0" marR="0">
                            <a:spcBef>
                              <a:spcPts val="0"/>
                            </a:spcBef>
                            <a:spcAft>
                              <a:spcPts val="0"/>
                            </a:spcAft>
                          </a:pPr>
                          <a:r>
                            <a:rPr lang="en-US" sz="1200">
                              <a:solidFill>
                                <a:schemeClr val="tx1"/>
                              </a:solidFill>
                              <a:effectLst/>
                            </a:rPr>
                            <a:t>11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Error</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0.300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3205614023"/>
                      </a:ext>
                    </a:extLst>
                  </a:tr>
                  <a:tr h="420390">
                    <a:tc>
                      <a:txBody>
                        <a:bodyPr/>
                        <a:lstStyle/>
                        <a:p>
                          <a:pPr algn="ctr" marL="0" marR="0">
                            <a:spcBef>
                              <a:spcPts val="0"/>
                            </a:spcBef>
                            <a:spcAft>
                              <a:spcPts val="0"/>
                            </a:spcAft>
                          </a:pPr>
                          <a:r>
                            <a:rPr lang="en-US" sz="1200">
                              <a:solidFill>
                                <a:schemeClr val="tx1"/>
                              </a:solidFill>
                              <a:effectLst/>
                            </a:rPr>
                            <a:t>12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Standard Deviation</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0.018</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1101438969"/>
                      </a:ext>
                    </a:extLst>
                  </a:tr>
                  <a:tr h="420390">
                    <a:tc>
                      <a:txBody>
                        <a:bodyPr/>
                        <a:lstStyle/>
                        <a:p>
                          <a:pPr algn="ctr" marL="0" marR="0">
                            <a:spcBef>
                              <a:spcPts val="0"/>
                            </a:spcBef>
                            <a:spcAft>
                              <a:spcPts val="0"/>
                            </a:spcAft>
                          </a:pPr>
                          <a:r>
                            <a:rPr lang="en-US" sz="1200">
                              <a:solidFill>
                                <a:schemeClr val="tx1"/>
                              </a:solidFill>
                              <a:effectLst/>
                            </a:rPr>
                            <a:t>13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endParaRPr lang="en-US"/>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blipFill>
                          <a:blip r:embed="rId2"/>
                          <a:stretch>
                            <a:fillRect b="-102899" l="-21382" r="-163158" t="-943478"/>
                          </a:stretch>
                        </a:blipFill>
                      </a:tcPr>
                    </a:tc>
                    <a:tc>
                      <a:txBody>
                        <a:bodyPr/>
                        <a:lstStyle/>
                        <a:p>
                          <a:pPr algn="r" marL="0" marR="0">
                            <a:spcBef>
                              <a:spcPts val="0"/>
                            </a:spcBef>
                            <a:spcAft>
                              <a:spcPts val="0"/>
                            </a:spcAft>
                          </a:pPr>
                          <a:r>
                            <a:rPr lang="en-US" sz="1200">
                              <a:solidFill>
                                <a:schemeClr val="tx1"/>
                              </a:solidFill>
                              <a:effectLst/>
                            </a:rPr>
                            <a:t>9.800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2732124140"/>
                      </a:ext>
                    </a:extLst>
                  </a:tr>
                  <a:tr h="420390">
                    <a:tc>
                      <a:txBody>
                        <a:bodyPr/>
                        <a:lstStyle/>
                        <a:p>
                          <a:pPr algn="ctr" marL="0" marR="0">
                            <a:spcBef>
                              <a:spcPts val="0"/>
                            </a:spcBef>
                            <a:spcAft>
                              <a:spcPts val="0"/>
                            </a:spcAft>
                          </a:pPr>
                          <a:r>
                            <a:rPr lang="en-US" sz="1200">
                              <a:solidFill>
                                <a:schemeClr val="tx1"/>
                              </a:solidFill>
                              <a:effectLst/>
                            </a:rPr>
                            <a:t>14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lang="en-US" sz="1200">
                              <a:solidFill>
                                <a:schemeClr val="tx1"/>
                              </a:solidFill>
                              <a:effectLst/>
                            </a:rPr>
                            <a:t>% from accepted g</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r" marL="0" marR="0">
                            <a:spcBef>
                              <a:spcPts val="0"/>
                            </a:spcBef>
                            <a:spcAft>
                              <a:spcPts val="0"/>
                            </a:spcAft>
                          </a:pPr>
                          <a:r>
                            <a:rPr lang="en-US" sz="1200">
                              <a:solidFill>
                                <a:schemeClr val="tx1"/>
                              </a:solidFill>
                              <a:effectLst/>
                            </a:rPr>
                            <a:t>0.000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tc>
                      <a:txBody>
                        <a:bodyPr/>
                        <a:lstStyle/>
                        <a:p>
                          <a:pPr marL="0" marR="0">
                            <a:spcBef>
                              <a:spcPts val="0"/>
                            </a:spcBef>
                            <a:spcAft>
                              <a:spcPts val="0"/>
                            </a:spcAft>
                          </a:pPr>
                          <a:r>
                            <a:rPr dirty="0" lang="en-US" sz="1200">
                              <a:solidFill>
                                <a:schemeClr val="tx1"/>
                              </a:solidFill>
                              <a:effectLst/>
                            </a:rPr>
                            <a:t> </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lnTlToBr cmpd="sng" w="12700">
                          <a:noFill/>
                          <a:prstDash val="solid"/>
                        </a:lnTlToBr>
                        <a:lnBlToTr cmpd="sng" w="12700">
                          <a:noFill/>
                          <a:prstDash val="solid"/>
                        </a:lnBlToTr>
                        <a:noFill/>
                      </a:tcPr>
                    </a:tc>
                    <a:extLst>
                      <a:ext uri="{0D108BD9-81ED-4DB2-BD59-A6C34878D82A}">
                        <a16:rowId xmlns:a16="http://schemas.microsoft.com/office/drawing/2014/main" val="983569450"/>
                      </a:ext>
                    </a:extLst>
                  </a:tr>
                </a:tbl>
              </a:graphicData>
            </a:graphic>
          </p:graphicFrame>
        </mc:Fallback>
      </mc:AlternateContent>
    </p:spTree>
    <p:extLst>
      <p:ext uri="{BB962C8B-B14F-4D97-AF65-F5344CB8AC3E}">
        <p14:creationId xmlns:p14="http://schemas.microsoft.com/office/powerpoint/2010/main" val="1561980755"/>
      </p:ext>
    </p:ext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908BA-17DE-829C-75EA-A9407842578A}"/>
              </a:ext>
            </a:extLst>
          </p:cNvPr>
          <p:cNvSpPr>
            <a:spLocks noGrp="1"/>
          </p:cNvSpPr>
          <p:nvPr>
            <p:ph type="title"/>
          </p:nvPr>
        </p:nvSpPr>
        <p:spPr>
          <a:xfrm>
            <a:off x="612019" y="189722"/>
            <a:ext cx="8596668" cy="528735"/>
          </a:xfrm>
        </p:spPr>
        <p:txBody>
          <a:bodyPr>
            <a:normAutofit fontScale="90000"/>
          </a:bodyPr>
          <a:lstStyle/>
          <a:p>
            <a:r>
              <a:rPr dirty="0" lang="en-US">
                <a:solidFill>
                  <a:srgbClr val="1391BC"/>
                </a:solidFill>
              </a:rPr>
              <a:t>Spreadsheet -- Calculation of ‘g’ (cont.)</a:t>
            </a:r>
          </a:p>
        </p:txBody>
      </p:sp>
      <p:sp>
        <p:nvSpPr>
          <p:cNvPr id="6" name="Content Placeholder 5">
            <a:extLst>
              <a:ext uri="{FF2B5EF4-FFF2-40B4-BE49-F238E27FC236}">
                <a16:creationId xmlns:a16="http://schemas.microsoft.com/office/drawing/2014/main" id="{8A9A71F4-7317-9DCB-20C6-ED21E3C05278}"/>
              </a:ext>
            </a:extLst>
          </p:cNvPr>
          <p:cNvSpPr>
            <a:spLocks noGrp="1"/>
          </p:cNvSpPr>
          <p:nvPr>
            <p:ph idx="1"/>
          </p:nvPr>
        </p:nvSpPr>
        <p:spPr>
          <a:xfrm>
            <a:off x="677334" y="745446"/>
            <a:ext cx="8596668" cy="528735"/>
          </a:xfrm>
        </p:spPr>
        <p:txBody>
          <a:bodyPr/>
          <a:lstStyle/>
          <a:p>
            <a:pPr indent="0" marL="0">
              <a:buNone/>
            </a:pPr>
            <a:r>
              <a:rPr dirty="0" lang="en-US"/>
              <a:t>g Calculation Spreadsheet Formulas</a:t>
            </a:r>
          </a:p>
        </p:txBody>
      </p:sp>
      <mc:AlternateContent xmlns:a14="http://schemas.microsoft.com/office/drawing/2010/main" xmlns:mc="http://schemas.openxmlformats.org/markup-compatibility/2006">
        <mc:Choice Requires="a14">
          <p:graphicFrame>
            <p:nvGraphicFramePr>
              <p:cNvPr id="8" name="Table 7">
                <a:extLst>
                  <a:ext uri="{FF2B5EF4-FFF2-40B4-BE49-F238E27FC236}">
                    <a16:creationId xmlns:a16="http://schemas.microsoft.com/office/drawing/2014/main" id="{5135DBDD-ADA0-A7ED-2153-9D8322A445EF}"/>
                  </a:ext>
                </a:extLst>
              </p:cNvPr>
              <p:cNvGraphicFramePr>
                <a:graphicFrameLocks noGrp="1"/>
              </p:cNvGraphicFramePr>
              <p:nvPr>
                <p:extLst>
                  <p:ext uri="{D42A27DB-BD31-4B8C-83A1-F6EECF244321}">
                    <p14:modId xmlns:p14="http://schemas.microsoft.com/office/powerpoint/2010/main" val="2182327297"/>
                  </p:ext>
                </p:extLst>
              </p:nvPr>
            </p:nvGraphicFramePr>
            <p:xfrm>
              <a:off x="787506" y="1390262"/>
              <a:ext cx="8421181" cy="3871692"/>
            </p:xfrm>
            <a:graphic>
              <a:graphicData uri="http://schemas.openxmlformats.org/drawingml/2006/table">
                <a:tbl>
                  <a:tblPr bandRow="1" firstCol="1" firstRow="1">
                    <a:tableStyleId>{5C22544A-7EE6-4342-B048-85BDC9FD1C3A}</a:tableStyleId>
                  </a:tblPr>
                  <a:tblGrid>
                    <a:gridCol w="412422">
                      <a:extLst>
                        <a:ext uri="{9D8B030D-6E8A-4147-A177-3AD203B41FA5}">
                          <a16:colId xmlns:a16="http://schemas.microsoft.com/office/drawing/2014/main" val="3624820132"/>
                        </a:ext>
                      </a:extLst>
                    </a:gridCol>
                    <a:gridCol w="2345704">
                      <a:extLst>
                        <a:ext uri="{9D8B030D-6E8A-4147-A177-3AD203B41FA5}">
                          <a16:colId xmlns:a16="http://schemas.microsoft.com/office/drawing/2014/main" val="1705769439"/>
                        </a:ext>
                      </a:extLst>
                    </a:gridCol>
                    <a:gridCol w="2090057">
                      <a:extLst>
                        <a:ext uri="{9D8B030D-6E8A-4147-A177-3AD203B41FA5}">
                          <a16:colId xmlns:a16="http://schemas.microsoft.com/office/drawing/2014/main" val="1581822506"/>
                        </a:ext>
                      </a:extLst>
                    </a:gridCol>
                    <a:gridCol w="1259633">
                      <a:extLst>
                        <a:ext uri="{9D8B030D-6E8A-4147-A177-3AD203B41FA5}">
                          <a16:colId xmlns:a16="http://schemas.microsoft.com/office/drawing/2014/main" val="1566353225"/>
                        </a:ext>
                      </a:extLst>
                    </a:gridCol>
                    <a:gridCol w="2313365">
                      <a:extLst>
                        <a:ext uri="{9D8B030D-6E8A-4147-A177-3AD203B41FA5}">
                          <a16:colId xmlns:a16="http://schemas.microsoft.com/office/drawing/2014/main" val="1393048159"/>
                        </a:ext>
                      </a:extLst>
                    </a:gridCol>
                  </a:tblGrid>
                  <a:tr h="564013">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200">
                              <a:solidFill>
                                <a:schemeClr val="tx1"/>
                              </a:solidFill>
                              <a:effectLst/>
                            </a:rPr>
                            <a:t>A</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200">
                              <a:solidFill>
                                <a:schemeClr val="tx1"/>
                              </a:solidFill>
                              <a:effectLst/>
                            </a:rPr>
                            <a:t>B</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200">
                              <a:solidFill>
                                <a:schemeClr val="tx1"/>
                              </a:solidFill>
                              <a:effectLst/>
                            </a:rPr>
                            <a:t>C</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dirty="0" lang="en-US" sz="1200">
                              <a:solidFill>
                                <a:schemeClr val="tx1"/>
                              </a:solidFill>
                              <a:effectLst/>
                            </a:rPr>
                            <a:t>D</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3870991180"/>
                      </a:ext>
                    </a:extLst>
                  </a:tr>
                  <a:tr h="285071">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Trial</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L (m)</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Cycles, N</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Period, T (s)</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908344767"/>
                      </a:ext>
                    </a:extLst>
                  </a:tr>
                  <a:tr h="209350">
                    <a:tc>
                      <a:txBody>
                        <a:bodyPr/>
                        <a:lstStyle/>
                        <a:p>
                          <a:pPr algn="ctr" marL="0" marR="0">
                            <a:spcBef>
                              <a:spcPts val="0"/>
                            </a:spcBef>
                            <a:spcAft>
                              <a:spcPts val="0"/>
                            </a:spcAft>
                          </a:pPr>
                          <a:r>
                            <a:rPr lang="en-US" sz="1200">
                              <a:solidFill>
                                <a:schemeClr val="tx1"/>
                              </a:solidFill>
                              <a:effectLst/>
                            </a:rPr>
                            <a:t>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2.407</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3.113</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47777091"/>
                      </a:ext>
                    </a:extLst>
                  </a:tr>
                  <a:tr h="209350">
                    <a:tc>
                      <a:txBody>
                        <a:bodyPr/>
                        <a:lstStyle/>
                        <a:p>
                          <a:pPr algn="ctr" marL="0" marR="0">
                            <a:spcBef>
                              <a:spcPts val="0"/>
                            </a:spcBef>
                            <a:spcAft>
                              <a:spcPts val="0"/>
                            </a:spcAft>
                          </a:pPr>
                          <a:r>
                            <a:rPr lang="en-US" sz="1200">
                              <a:solidFill>
                                <a:schemeClr val="tx1"/>
                              </a:solidFill>
                              <a:effectLst/>
                            </a:rPr>
                            <a:t>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2.409</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921455561"/>
                      </a:ext>
                    </a:extLst>
                  </a:tr>
                  <a:tr h="209350">
                    <a:tc>
                      <a:txBody>
                        <a:bodyPr/>
                        <a:lstStyle/>
                        <a:p>
                          <a:pPr algn="ctr" marL="0" marR="0">
                            <a:spcBef>
                              <a:spcPts val="0"/>
                            </a:spcBef>
                            <a:spcAft>
                              <a:spcPts val="0"/>
                            </a:spcAft>
                          </a:pPr>
                          <a:r>
                            <a:rPr lang="en-US" sz="1200">
                              <a:solidFill>
                                <a:schemeClr val="tx1"/>
                              </a:solidFill>
                              <a:effectLst/>
                            </a:rPr>
                            <a:t>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2.407</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3.113</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50969280"/>
                      </a:ext>
                    </a:extLst>
                  </a:tr>
                  <a:tr h="209350">
                    <a:tc>
                      <a:txBody>
                        <a:bodyPr/>
                        <a:lstStyle/>
                        <a:p>
                          <a:pPr algn="ctr" marL="0" marR="0">
                            <a:spcBef>
                              <a:spcPts val="0"/>
                            </a:spcBef>
                            <a:spcAft>
                              <a:spcPts val="0"/>
                            </a:spcAft>
                          </a:pPr>
                          <a:r>
                            <a:rPr lang="en-US" sz="1200">
                              <a:solidFill>
                                <a:schemeClr val="tx1"/>
                              </a:solidFill>
                              <a:effectLst/>
                            </a:rPr>
                            <a:t>5</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4</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2.404</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3.114</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006078135"/>
                      </a:ext>
                    </a:extLst>
                  </a:tr>
                  <a:tr h="209350">
                    <a:tc>
                      <a:txBody>
                        <a:bodyPr/>
                        <a:lstStyle/>
                        <a:p>
                          <a:pPr algn="ctr" marL="0" marR="0">
                            <a:spcBef>
                              <a:spcPts val="0"/>
                            </a:spcBef>
                            <a:spcAft>
                              <a:spcPts val="0"/>
                            </a:spcAft>
                          </a:pPr>
                          <a:r>
                            <a:rPr lang="en-US" sz="1200">
                              <a:solidFill>
                                <a:schemeClr val="tx1"/>
                              </a:solidFill>
                              <a:effectLst/>
                            </a:rPr>
                            <a:t>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5</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dirty="0" lang="en-US" sz="1400">
                              <a:solidFill>
                                <a:schemeClr val="tx1"/>
                              </a:solidFill>
                              <a:effectLst/>
                            </a:rPr>
                            <a:t>3.116</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538180684"/>
                      </a:ext>
                    </a:extLst>
                  </a:tr>
                  <a:tr h="335396">
                    <a:tc>
                      <a:txBody>
                        <a:bodyPr/>
                        <a:lstStyle/>
                        <a:p>
                          <a:pPr algn="ctr" marL="0" marR="0">
                            <a:spcBef>
                              <a:spcPts val="0"/>
                            </a:spcBef>
                            <a:spcAft>
                              <a:spcPts val="0"/>
                            </a:spcAft>
                          </a:pPr>
                          <a:r>
                            <a:rPr dirty="0" lang="en-US" sz="1200">
                              <a:solidFill>
                                <a:schemeClr val="tx1"/>
                              </a:solidFill>
                              <a:effectLst/>
                            </a:rPr>
                            <a:t>7</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Average</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=AVERAGE(B2:B6)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=AVERAGE(D2:D6)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3735063453"/>
                      </a:ext>
                    </a:extLst>
                  </a:tr>
                  <a:tr h="335396">
                    <a:tc>
                      <a:txBody>
                        <a:bodyPr/>
                        <a:lstStyle/>
                        <a:p>
                          <a:pPr algn="ctr" marL="0" marR="0">
                            <a:spcBef>
                              <a:spcPts val="0"/>
                            </a:spcBef>
                            <a:spcAft>
                              <a:spcPts val="0"/>
                            </a:spcAft>
                          </a:pPr>
                          <a:r>
                            <a:rPr lang="en-US" sz="1200">
                              <a:solidFill>
                                <a:schemeClr val="tx1"/>
                              </a:solidFill>
                              <a:effectLst/>
                            </a:rPr>
                            <a:t>8</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Standard Deviation (</a:t>
                          </a:r>
                          <a14:m>
                            <m:oMath xmlns:m="http://schemas.openxmlformats.org/officeDocument/2006/math">
                              <m:r>
                                <a:rPr dirty="0" i="1" lang="en-US" smtClean="0" sz="1400">
                                  <a:solidFill>
                                    <a:schemeClr val="tx1"/>
                                  </a:solidFill>
                                  <a:effectLst/>
                                  <a:latin charset="0" panose="02040503050406030204" pitchFamily="18" typeface="Cambria Math"/>
                                </a:rPr>
                                <m:t>𝐿</m:t>
                              </m:r>
                              <m:r>
                                <a:rPr dirty="0" i="1" lang="en-US" smtClean="0" sz="1400">
                                  <a:solidFill>
                                    <a:schemeClr val="tx1"/>
                                  </a:solidFill>
                                  <a:effectLst/>
                                  <a:latin charset="0" panose="02040503050406030204" pitchFamily="18" typeface="Cambria Math"/>
                                </a:rPr>
                                <m:t> &amp; </m:t>
                              </m:r>
                            </m:oMath>
                          </a14:m>
                          <a:r>
                            <a:rPr dirty="0" lang="en-US" sz="1400">
                              <a:solidFill>
                                <a:schemeClr val="tx1"/>
                              </a:solidFill>
                              <a:effectLst/>
                            </a:rPr>
                            <a:t>T)</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=STDEV(B2:B6)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=STDEV(D2:D6)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894895824"/>
                      </a:ext>
                    </a:extLst>
                  </a:tr>
                  <a:tr h="209350">
                    <a:tc>
                      <a:txBody>
                        <a:bodyPr/>
                        <a:lstStyle/>
                        <a:p>
                          <a:pPr algn="ctr" marL="0" marR="0">
                            <a:spcBef>
                              <a:spcPts val="0"/>
                            </a:spcBef>
                            <a:spcAft>
                              <a:spcPts val="0"/>
                            </a:spcAft>
                          </a:pPr>
                          <a:r>
                            <a:rPr lang="en-US" sz="1200">
                              <a:solidFill>
                                <a:schemeClr val="tx1"/>
                              </a:solidFill>
                              <a:effectLst/>
                            </a:rPr>
                            <a:t>9</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 Error</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=(B8/B7)*100</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=(D8/D7)*100</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121530024"/>
                      </a:ext>
                    </a:extLst>
                  </a:tr>
                  <a:tr h="382811">
                    <a:tc>
                      <a:txBody>
                        <a:bodyPr/>
                        <a:lstStyle/>
                        <a:p>
                          <a:pPr algn="ctr" marL="0" marR="0">
                            <a:spcBef>
                              <a:spcPts val="0"/>
                            </a:spcBef>
                            <a:spcAft>
                              <a:spcPts val="0"/>
                            </a:spcAft>
                          </a:pPr>
                          <a:r>
                            <a:rPr lang="en-US" sz="1200">
                              <a:solidFill>
                                <a:schemeClr val="tx1"/>
                              </a:solidFill>
                              <a:effectLst/>
                            </a:rPr>
                            <a:t>10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Calculated </a:t>
                          </a:r>
                          <a14:m>
                            <m:oMath xmlns:m="http://schemas.openxmlformats.org/officeDocument/2006/math">
                              <m:r>
                                <a:rPr dirty="0" i="1" lang="en-US" smtClean="0" sz="1400">
                                  <a:solidFill>
                                    <a:schemeClr val="tx1"/>
                                  </a:solidFill>
                                  <a:effectLst/>
                                  <a:latin charset="0" panose="02040503050406030204" pitchFamily="18" typeface="Cambria Math"/>
                                </a:rPr>
                                <m:t>𝑔</m:t>
                              </m:r>
                              <m:r>
                                <a:rPr dirty="0" i="1" lang="en-US" smtClean="0" sz="1400">
                                  <a:solidFill>
                                    <a:schemeClr val="tx1"/>
                                  </a:solidFill>
                                  <a:effectLst/>
                                  <a:latin charset="0" panose="02040503050406030204" pitchFamily="18" typeface="Cambria Math"/>
                                </a:rPr>
                                <m:t>(</m:t>
                              </m:r>
                              <m:r>
                                <a:rPr dirty="0" i="1" lang="en-US" smtClean="0" sz="1400">
                                  <a:solidFill>
                                    <a:schemeClr val="tx1"/>
                                  </a:solidFill>
                                  <a:effectLst/>
                                  <a:latin charset="0" panose="02040503050406030204" pitchFamily="18" typeface="Cambria Math"/>
                                </a:rPr>
                                <m:t>𝑚</m:t>
                              </m:r>
                              <m:r>
                                <a:rPr dirty="0" i="1" lang="en-US" smtClean="0" sz="1400">
                                  <a:solidFill>
                                    <a:schemeClr val="tx1"/>
                                  </a:solidFill>
                                  <a:effectLst/>
                                  <a:latin charset="0" panose="02040503050406030204" pitchFamily="18" typeface="Cambria Math"/>
                                </a:rPr>
                                <m:t>/</m:t>
                              </m:r>
                              <m:sSup>
                                <m:sSupPr>
                                  <m:ctrlPr>
                                    <a:rPr dirty="0" i="1" lang="en-US" smtClean="0" sz="1400">
                                      <a:solidFill>
                                        <a:schemeClr val="tx1"/>
                                      </a:solidFill>
                                      <a:effectLst/>
                                      <a:latin charset="0" panose="02040503050406030204" pitchFamily="18" typeface="Cambria Math"/>
                                    </a:rPr>
                                  </m:ctrlPr>
                                </m:sSupPr>
                                <m:e>
                                  <m:r>
                                    <a:rPr b="0" dirty="0" i="1" lang="en-US" smtClean="0" sz="1400">
                                      <a:solidFill>
                                        <a:schemeClr val="tx1"/>
                                      </a:solidFill>
                                      <a:effectLst/>
                                      <a:latin charset="0" panose="02040503050406030204" pitchFamily="18" typeface="Cambria Math"/>
                                    </a:rPr>
                                    <m:t>𝑠</m:t>
                                  </m:r>
                                </m:e>
                                <m:sup>
                                  <m:r>
                                    <a:rPr b="0" dirty="0" i="1" lang="en-US" smtClean="0" sz="1400">
                                      <a:solidFill>
                                        <a:schemeClr val="tx1"/>
                                      </a:solidFill>
                                      <a:effectLst/>
                                      <a:latin charset="0" panose="02040503050406030204" pitchFamily="18" typeface="Cambria Math"/>
                                    </a:rPr>
                                    <m:t>2</m:t>
                                  </m:r>
                                </m:sup>
                              </m:sSup>
                              <m:r>
                                <a:rPr dirty="0" i="1" lang="en-US" smtClean="0" sz="1400">
                                  <a:solidFill>
                                    <a:schemeClr val="tx1"/>
                                  </a:solidFill>
                                  <a:effectLst/>
                                  <a:latin charset="0" panose="02040503050406030204" pitchFamily="18" typeface="Cambria Math"/>
                                </a:rPr>
                                <m:t>)</m:t>
                              </m:r>
                            </m:oMath>
                          </a14:m>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=4*PI()^2*B7/D7^2</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dirty="0"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 </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226212935"/>
                      </a:ext>
                    </a:extLst>
                  </a:tr>
                  <a:tr h="382811">
                    <a:tc>
                      <a:txBody>
                        <a:bodyPr/>
                        <a:lstStyle/>
                        <a:p>
                          <a:pPr algn="ctr" marL="0" marR="0">
                            <a:spcBef>
                              <a:spcPts val="0"/>
                            </a:spcBef>
                            <a:spcAft>
                              <a:spcPts val="0"/>
                            </a:spcAft>
                          </a:pPr>
                          <a:r>
                            <a:rPr dirty="0" lang="en-US" sz="1200">
                              <a:solidFill>
                                <a:schemeClr val="tx1"/>
                              </a:solidFill>
                              <a:effectLst/>
                            </a:rPr>
                            <a:t>11</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Accepted </a:t>
                          </a:r>
                          <a14:m>
                            <m:oMath xmlns:m="http://schemas.openxmlformats.org/officeDocument/2006/math">
                              <m:r>
                                <a:rPr dirty="0" i="1" lang="en-US" smtClean="0" sz="1400">
                                  <a:solidFill>
                                    <a:schemeClr val="tx1"/>
                                  </a:solidFill>
                                  <a:effectLst/>
                                  <a:latin charset="0" panose="02040503050406030204" pitchFamily="18" typeface="Cambria Math"/>
                                </a:rPr>
                                <m:t>𝑔</m:t>
                              </m:r>
                              <m:r>
                                <a:rPr dirty="0" i="1" lang="en-US" smtClean="0" sz="1400">
                                  <a:solidFill>
                                    <a:schemeClr val="tx1"/>
                                  </a:solidFill>
                                  <a:effectLst/>
                                  <a:latin charset="0" panose="02040503050406030204" pitchFamily="18" typeface="Cambria Math"/>
                                </a:rPr>
                                <m:t>(</m:t>
                              </m:r>
                              <m:r>
                                <a:rPr dirty="0" i="1" lang="en-US" smtClean="0" sz="1400">
                                  <a:solidFill>
                                    <a:schemeClr val="tx1"/>
                                  </a:solidFill>
                                  <a:effectLst/>
                                  <a:latin charset="0" panose="02040503050406030204" pitchFamily="18" typeface="Cambria Math"/>
                                </a:rPr>
                                <m:t>𝑚</m:t>
                              </m:r>
                              <m:r>
                                <a:rPr dirty="0" i="1" lang="en-US" smtClean="0" sz="1400">
                                  <a:solidFill>
                                    <a:schemeClr val="tx1"/>
                                  </a:solidFill>
                                  <a:effectLst/>
                                  <a:latin charset="0" panose="02040503050406030204" pitchFamily="18" typeface="Cambria Math"/>
                                </a:rPr>
                                <m:t>/</m:t>
                              </m:r>
                              <m:sSup>
                                <m:sSupPr>
                                  <m:ctrlPr>
                                    <a:rPr dirty="0" i="1" lang="en-US" smtClean="0" sz="1400">
                                      <a:solidFill>
                                        <a:schemeClr val="tx1"/>
                                      </a:solidFill>
                                      <a:effectLst/>
                                      <a:latin charset="0" panose="02040503050406030204" pitchFamily="18" typeface="Cambria Math"/>
                                    </a:rPr>
                                  </m:ctrlPr>
                                </m:sSupPr>
                                <m:e>
                                  <m:r>
                                    <a:rPr b="0" dirty="0" i="1" lang="en-US" smtClean="0" sz="1400">
                                      <a:solidFill>
                                        <a:schemeClr val="tx1"/>
                                      </a:solidFill>
                                      <a:effectLst/>
                                      <a:latin charset="0" panose="02040503050406030204" pitchFamily="18" typeface="Cambria Math"/>
                                    </a:rPr>
                                    <m:t>𝑠</m:t>
                                  </m:r>
                                </m:e>
                                <m:sup>
                                  <m:r>
                                    <a:rPr b="0" dirty="0" i="1" lang="en-US" smtClean="0" sz="1400">
                                      <a:solidFill>
                                        <a:schemeClr val="tx1"/>
                                      </a:solidFill>
                                      <a:effectLst/>
                                      <a:latin charset="0" panose="02040503050406030204" pitchFamily="18" typeface="Cambria Math"/>
                                    </a:rPr>
                                    <m:t>2</m:t>
                                  </m:r>
                                </m:sup>
                              </m:sSup>
                              <m:r>
                                <a:rPr dirty="0" i="1" lang="en-US" smtClean="0" sz="1400">
                                  <a:solidFill>
                                    <a:schemeClr val="tx1"/>
                                  </a:solidFill>
                                  <a:effectLst/>
                                  <a:latin charset="0" panose="02040503050406030204" pitchFamily="18" typeface="Cambria Math"/>
                                </a:rPr>
                                <m:t>)</m:t>
                              </m:r>
                            </m:oMath>
                          </a14:m>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=9.8</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 </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248368702"/>
                      </a:ext>
                    </a:extLst>
                  </a:tr>
                  <a:tr h="306034">
                    <a:tc>
                      <a:txBody>
                        <a:bodyPr/>
                        <a:lstStyle/>
                        <a:p>
                          <a:pPr algn="ctr" marL="0" marR="0">
                            <a:spcBef>
                              <a:spcPts val="0"/>
                            </a:spcBef>
                            <a:spcAft>
                              <a:spcPts val="0"/>
                            </a:spcAft>
                          </a:pPr>
                          <a:r>
                            <a:rPr dirty="0" lang="en-US" sz="1200">
                              <a:solidFill>
                                <a:schemeClr val="tx1"/>
                              </a:solidFill>
                              <a:effectLst/>
                            </a:rPr>
                            <a:t>12</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 from accepted </a:t>
                          </a:r>
                          <a14:m>
                            <m:oMath xmlns:m="http://schemas.openxmlformats.org/officeDocument/2006/math">
                              <m:r>
                                <a:rPr dirty="0" i="1" lang="en-US" smtClean="0" sz="1400">
                                  <a:solidFill>
                                    <a:schemeClr val="tx1"/>
                                  </a:solidFill>
                                  <a:effectLst/>
                                  <a:latin charset="0" panose="02040503050406030204" pitchFamily="18" typeface="Cambria Math"/>
                                </a:rPr>
                                <m:t>𝑔</m:t>
                              </m:r>
                            </m:oMath>
                          </a14:m>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=(B10-B11)/B11*100</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 </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22794592"/>
                      </a:ext>
                    </a:extLst>
                  </a:tr>
                </a:tbl>
              </a:graphicData>
            </a:graphic>
          </p:graphicFrame>
        </mc:Choice>
        <mc:Fallback>
          <p:graphicFrame>
            <p:nvGraphicFramePr>
              <p:cNvPr id="8" name="Table 7">
                <a:extLst>
                  <a:ext uri="{FF2B5EF4-FFF2-40B4-BE49-F238E27FC236}">
                    <a16:creationId xmlns:a16="http://schemas.microsoft.com/office/drawing/2014/main" id="{5135DBDD-ADA0-A7ED-2153-9D8322A445EF}"/>
                  </a:ext>
                </a:extLst>
              </p:cNvPr>
              <p:cNvGraphicFramePr>
                <a:graphicFrameLocks noGrp="1"/>
              </p:cNvGraphicFramePr>
              <p:nvPr>
                <p:extLst>
                  <p:ext uri="{D42A27DB-BD31-4B8C-83A1-F6EECF244321}">
                    <p14:modId xmlns:p14="http://schemas.microsoft.com/office/powerpoint/2010/main" val="2182327297"/>
                  </p:ext>
                </p:extLst>
              </p:nvPr>
            </p:nvGraphicFramePr>
            <p:xfrm>
              <a:off x="787506" y="1390262"/>
              <a:ext cx="8421181" cy="3871692"/>
            </p:xfrm>
            <a:graphic>
              <a:graphicData uri="http://schemas.openxmlformats.org/drawingml/2006/table">
                <a:tbl>
                  <a:tblPr bandRow="1" firstCol="1" firstRow="1">
                    <a:tableStyleId>{5C22544A-7EE6-4342-B048-85BDC9FD1C3A}</a:tableStyleId>
                  </a:tblPr>
                  <a:tblGrid>
                    <a:gridCol w="412422">
                      <a:extLst>
                        <a:ext uri="{9D8B030D-6E8A-4147-A177-3AD203B41FA5}">
                          <a16:colId xmlns:a16="http://schemas.microsoft.com/office/drawing/2014/main" val="3624820132"/>
                        </a:ext>
                      </a:extLst>
                    </a:gridCol>
                    <a:gridCol w="2345704">
                      <a:extLst>
                        <a:ext uri="{9D8B030D-6E8A-4147-A177-3AD203B41FA5}">
                          <a16:colId xmlns:a16="http://schemas.microsoft.com/office/drawing/2014/main" val="1705769439"/>
                        </a:ext>
                      </a:extLst>
                    </a:gridCol>
                    <a:gridCol w="2090057">
                      <a:extLst>
                        <a:ext uri="{9D8B030D-6E8A-4147-A177-3AD203B41FA5}">
                          <a16:colId xmlns:a16="http://schemas.microsoft.com/office/drawing/2014/main" val="1581822506"/>
                        </a:ext>
                      </a:extLst>
                    </a:gridCol>
                    <a:gridCol w="1259633">
                      <a:extLst>
                        <a:ext uri="{9D8B030D-6E8A-4147-A177-3AD203B41FA5}">
                          <a16:colId xmlns:a16="http://schemas.microsoft.com/office/drawing/2014/main" val="1566353225"/>
                        </a:ext>
                      </a:extLst>
                    </a:gridCol>
                    <a:gridCol w="2313365">
                      <a:extLst>
                        <a:ext uri="{9D8B030D-6E8A-4147-A177-3AD203B41FA5}">
                          <a16:colId xmlns:a16="http://schemas.microsoft.com/office/drawing/2014/main" val="1393048159"/>
                        </a:ext>
                      </a:extLst>
                    </a:gridCol>
                  </a:tblGrid>
                  <a:tr h="564013">
                    <a:tc>
                      <a:txBody>
                        <a:bodyPr/>
                        <a:lstStyle/>
                        <a:p>
                          <a:pPr algn="ctr" marL="0" marR="0">
                            <a:spcBef>
                              <a:spcPts val="0"/>
                            </a:spcBef>
                            <a:spcAft>
                              <a:spcPts val="0"/>
                            </a:spcAft>
                          </a:pPr>
                          <a:r>
                            <a:rPr lang="en-US" sz="1200">
                              <a:solidFill>
                                <a:schemeClr val="tx1"/>
                              </a:solidFill>
                              <a:effectLst/>
                            </a:rPr>
                            <a:t> </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200">
                              <a:solidFill>
                                <a:schemeClr val="tx1"/>
                              </a:solidFill>
                              <a:effectLst/>
                            </a:rPr>
                            <a:t>A</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200">
                              <a:solidFill>
                                <a:schemeClr val="tx1"/>
                              </a:solidFill>
                              <a:effectLst/>
                            </a:rPr>
                            <a:t>B</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200">
                              <a:solidFill>
                                <a:schemeClr val="tx1"/>
                              </a:solidFill>
                              <a:effectLst/>
                            </a:rPr>
                            <a:t>C</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dirty="0" lang="en-US" sz="1200">
                              <a:solidFill>
                                <a:schemeClr val="tx1"/>
                              </a:solidFill>
                              <a:effectLst/>
                            </a:rPr>
                            <a:t>D</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3870991180"/>
                      </a:ext>
                    </a:extLst>
                  </a:tr>
                  <a:tr h="285071">
                    <a:tc>
                      <a:txBody>
                        <a:bodyPr/>
                        <a:lstStyle/>
                        <a:p>
                          <a:pPr algn="ctr" marL="0" marR="0">
                            <a:spcBef>
                              <a:spcPts val="0"/>
                            </a:spcBef>
                            <a:spcAft>
                              <a:spcPts val="0"/>
                            </a:spcAft>
                          </a:pPr>
                          <a:r>
                            <a:rPr lang="en-US" sz="1200">
                              <a:solidFill>
                                <a:schemeClr val="tx1"/>
                              </a:solidFill>
                              <a:effectLst/>
                            </a:rPr>
                            <a:t>1</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Trial</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L (m)</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Cycles, N</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Period, T (s)</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908344767"/>
                      </a:ext>
                    </a:extLst>
                  </a:tr>
                  <a:tr h="213360">
                    <a:tc>
                      <a:txBody>
                        <a:bodyPr/>
                        <a:lstStyle/>
                        <a:p>
                          <a:pPr algn="ctr" marL="0" marR="0">
                            <a:spcBef>
                              <a:spcPts val="0"/>
                            </a:spcBef>
                            <a:spcAft>
                              <a:spcPts val="0"/>
                            </a:spcAft>
                          </a:pPr>
                          <a:r>
                            <a:rPr lang="en-US" sz="1200">
                              <a:solidFill>
                                <a:schemeClr val="tx1"/>
                              </a:solidFill>
                              <a:effectLst/>
                            </a:rPr>
                            <a:t>2</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2.407</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3.113</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47777091"/>
                      </a:ext>
                    </a:extLst>
                  </a:tr>
                  <a:tr h="213360">
                    <a:tc>
                      <a:txBody>
                        <a:bodyPr/>
                        <a:lstStyle/>
                        <a:p>
                          <a:pPr algn="ctr" marL="0" marR="0">
                            <a:spcBef>
                              <a:spcPts val="0"/>
                            </a:spcBef>
                            <a:spcAft>
                              <a:spcPts val="0"/>
                            </a:spcAft>
                          </a:pPr>
                          <a:r>
                            <a:rPr lang="en-US" sz="1200">
                              <a:solidFill>
                                <a:schemeClr val="tx1"/>
                              </a:solidFill>
                              <a:effectLst/>
                            </a:rPr>
                            <a:t>3</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2.409</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921455561"/>
                      </a:ext>
                    </a:extLst>
                  </a:tr>
                  <a:tr h="213360">
                    <a:tc>
                      <a:txBody>
                        <a:bodyPr/>
                        <a:lstStyle/>
                        <a:p>
                          <a:pPr algn="ctr" marL="0" marR="0">
                            <a:spcBef>
                              <a:spcPts val="0"/>
                            </a:spcBef>
                            <a:spcAft>
                              <a:spcPts val="0"/>
                            </a:spcAft>
                          </a:pPr>
                          <a:r>
                            <a:rPr lang="en-US" sz="1200">
                              <a:solidFill>
                                <a:schemeClr val="tx1"/>
                              </a:solidFill>
                              <a:effectLst/>
                            </a:rPr>
                            <a:t>4</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2.407</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3.113</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50969280"/>
                      </a:ext>
                    </a:extLst>
                  </a:tr>
                  <a:tr h="213360">
                    <a:tc>
                      <a:txBody>
                        <a:bodyPr/>
                        <a:lstStyle/>
                        <a:p>
                          <a:pPr algn="ctr" marL="0" marR="0">
                            <a:spcBef>
                              <a:spcPts val="0"/>
                            </a:spcBef>
                            <a:spcAft>
                              <a:spcPts val="0"/>
                            </a:spcAft>
                          </a:pPr>
                          <a:r>
                            <a:rPr lang="en-US" sz="1200">
                              <a:solidFill>
                                <a:schemeClr val="tx1"/>
                              </a:solidFill>
                              <a:effectLst/>
                            </a:rPr>
                            <a:t>5</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4</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2.404</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3.114</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006078135"/>
                      </a:ext>
                    </a:extLst>
                  </a:tr>
                  <a:tr h="213360">
                    <a:tc>
                      <a:txBody>
                        <a:bodyPr/>
                        <a:lstStyle/>
                        <a:p>
                          <a:pPr algn="ctr" marL="0" marR="0">
                            <a:spcBef>
                              <a:spcPts val="0"/>
                            </a:spcBef>
                            <a:spcAft>
                              <a:spcPts val="0"/>
                            </a:spcAft>
                          </a:pPr>
                          <a:r>
                            <a:rPr lang="en-US" sz="1200">
                              <a:solidFill>
                                <a:schemeClr val="tx1"/>
                              </a:solidFill>
                              <a:effectLst/>
                            </a:rPr>
                            <a:t>6</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5</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2.406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lang="en-US" sz="1400">
                              <a:solidFill>
                                <a:schemeClr val="tx1"/>
                              </a:solidFill>
                              <a:effectLst/>
                            </a:rPr>
                            <a:t>1</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ctr" marL="0" marR="0">
                            <a:spcBef>
                              <a:spcPts val="0"/>
                            </a:spcBef>
                            <a:spcAft>
                              <a:spcPts val="0"/>
                            </a:spcAft>
                          </a:pPr>
                          <a:r>
                            <a:rPr dirty="0" lang="en-US" sz="1400">
                              <a:solidFill>
                                <a:schemeClr val="tx1"/>
                              </a:solidFill>
                              <a:effectLst/>
                            </a:rPr>
                            <a:t>3.116</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538180684"/>
                      </a:ext>
                    </a:extLst>
                  </a:tr>
                  <a:tr h="335396">
                    <a:tc>
                      <a:txBody>
                        <a:bodyPr/>
                        <a:lstStyle/>
                        <a:p>
                          <a:pPr algn="ctr" marL="0" marR="0">
                            <a:spcBef>
                              <a:spcPts val="0"/>
                            </a:spcBef>
                            <a:spcAft>
                              <a:spcPts val="0"/>
                            </a:spcAft>
                          </a:pPr>
                          <a:r>
                            <a:rPr dirty="0" lang="en-US" sz="1200">
                              <a:solidFill>
                                <a:schemeClr val="tx1"/>
                              </a:solidFill>
                              <a:effectLst/>
                            </a:rPr>
                            <a:t>7</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Average</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=AVERAGE(B2:B6)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=AVERAGE(D2:D6)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3735063453"/>
                      </a:ext>
                    </a:extLst>
                  </a:tr>
                  <a:tr h="335396">
                    <a:tc>
                      <a:txBody>
                        <a:bodyPr/>
                        <a:lstStyle/>
                        <a:p>
                          <a:pPr algn="ctr" marL="0" marR="0">
                            <a:spcBef>
                              <a:spcPts val="0"/>
                            </a:spcBef>
                            <a:spcAft>
                              <a:spcPts val="0"/>
                            </a:spcAft>
                          </a:pPr>
                          <a:r>
                            <a:rPr lang="en-US" sz="1200">
                              <a:solidFill>
                                <a:schemeClr val="tx1"/>
                              </a:solidFill>
                              <a:effectLst/>
                            </a:rPr>
                            <a:t>8</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blipFill>
                          <a:blip r:embed="rId2"/>
                          <a:stretch>
                            <a:fillRect b="-400000" l="-17922" r="-241818" t="-674545"/>
                          </a:stretch>
                        </a:blipFill>
                      </a:tcPr>
                    </a:tc>
                    <a:tc>
                      <a:txBody>
                        <a:bodyPr/>
                        <a:lstStyle/>
                        <a:p>
                          <a:pPr algn="l" marL="0" marR="0">
                            <a:spcBef>
                              <a:spcPts val="0"/>
                            </a:spcBef>
                            <a:spcAft>
                              <a:spcPts val="0"/>
                            </a:spcAft>
                          </a:pPr>
                          <a:r>
                            <a:rPr lang="en-US" sz="1400">
                              <a:solidFill>
                                <a:schemeClr val="tx1"/>
                              </a:solidFill>
                              <a:effectLst/>
                            </a:rPr>
                            <a:t>=STDEV(B2:B6)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=STDEV(D2:D6)</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894895824"/>
                      </a:ext>
                    </a:extLst>
                  </a:tr>
                  <a:tr h="213360">
                    <a:tc>
                      <a:txBody>
                        <a:bodyPr/>
                        <a:lstStyle/>
                        <a:p>
                          <a:pPr algn="ctr" marL="0" marR="0">
                            <a:spcBef>
                              <a:spcPts val="0"/>
                            </a:spcBef>
                            <a:spcAft>
                              <a:spcPts val="0"/>
                            </a:spcAft>
                          </a:pPr>
                          <a:r>
                            <a:rPr lang="en-US" sz="1200">
                              <a:solidFill>
                                <a:schemeClr val="tx1"/>
                              </a:solidFill>
                              <a:effectLst/>
                            </a:rPr>
                            <a:t>9</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 Error</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=(B8/B7)*100</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=(D8/D7)*100</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1121530024"/>
                      </a:ext>
                    </a:extLst>
                  </a:tr>
                  <a:tr h="382811">
                    <a:tc>
                      <a:txBody>
                        <a:bodyPr/>
                        <a:lstStyle/>
                        <a:p>
                          <a:pPr algn="ctr" marL="0" marR="0">
                            <a:spcBef>
                              <a:spcPts val="0"/>
                            </a:spcBef>
                            <a:spcAft>
                              <a:spcPts val="0"/>
                            </a:spcAft>
                          </a:pPr>
                          <a:r>
                            <a:rPr lang="en-US" sz="1200">
                              <a:solidFill>
                                <a:schemeClr val="tx1"/>
                              </a:solidFill>
                              <a:effectLst/>
                            </a:rPr>
                            <a:t>10</a:t>
                          </a:r>
                          <a:endParaRPr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blipFill>
                          <a:blip r:embed="rId2"/>
                          <a:stretch>
                            <a:fillRect b="-193651" l="-17922" r="-241818" t="-731746"/>
                          </a:stretch>
                        </a:blipFill>
                      </a:tcPr>
                    </a:tc>
                    <a:tc>
                      <a:txBody>
                        <a:bodyPr/>
                        <a:lstStyle/>
                        <a:p>
                          <a:pPr algn="l" marL="0" marR="0">
                            <a:spcBef>
                              <a:spcPts val="0"/>
                            </a:spcBef>
                            <a:spcAft>
                              <a:spcPts val="0"/>
                            </a:spcAft>
                          </a:pPr>
                          <a:r>
                            <a:rPr lang="en-US" sz="1400">
                              <a:solidFill>
                                <a:schemeClr val="tx1"/>
                              </a:solidFill>
                              <a:effectLst/>
                            </a:rPr>
                            <a:t>=4*PI()^2*B7/D7^2</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dirty="0"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lang="en-US" sz="1400">
                              <a:solidFill>
                                <a:schemeClr val="tx1"/>
                              </a:solidFill>
                              <a:effectLst/>
                            </a:rPr>
                            <a:t> </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226212935"/>
                      </a:ext>
                    </a:extLst>
                  </a:tr>
                  <a:tr h="382811">
                    <a:tc>
                      <a:txBody>
                        <a:bodyPr/>
                        <a:lstStyle/>
                        <a:p>
                          <a:pPr algn="ctr" marL="0" marR="0">
                            <a:spcBef>
                              <a:spcPts val="0"/>
                            </a:spcBef>
                            <a:spcAft>
                              <a:spcPts val="0"/>
                            </a:spcAft>
                          </a:pPr>
                          <a:r>
                            <a:rPr dirty="0" lang="en-US" sz="1200">
                              <a:solidFill>
                                <a:schemeClr val="tx1"/>
                              </a:solidFill>
                              <a:effectLst/>
                            </a:rPr>
                            <a:t>11</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blipFill>
                          <a:blip r:embed="rId2"/>
                          <a:stretch>
                            <a:fillRect b="-93651" l="-17922" r="-241818" t="-831746"/>
                          </a:stretch>
                        </a:blipFill>
                      </a:tcPr>
                    </a:tc>
                    <a:tc>
                      <a:txBody>
                        <a:bodyPr/>
                        <a:lstStyle/>
                        <a:p>
                          <a:pPr algn="l" marL="0" marR="0">
                            <a:spcBef>
                              <a:spcPts val="0"/>
                            </a:spcBef>
                            <a:spcAft>
                              <a:spcPts val="0"/>
                            </a:spcAft>
                          </a:pPr>
                          <a:r>
                            <a:rPr lang="en-US" sz="1400">
                              <a:solidFill>
                                <a:schemeClr val="tx1"/>
                              </a:solidFill>
                              <a:effectLst/>
                            </a:rPr>
                            <a:t>=9.8</a:t>
                          </a:r>
                          <a:endParaRPr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 </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248368702"/>
                      </a:ext>
                    </a:extLst>
                  </a:tr>
                  <a:tr h="306034">
                    <a:tc>
                      <a:txBody>
                        <a:bodyPr/>
                        <a:lstStyle/>
                        <a:p>
                          <a:pPr algn="ctr" marL="0" marR="0">
                            <a:spcBef>
                              <a:spcPts val="0"/>
                            </a:spcBef>
                            <a:spcAft>
                              <a:spcPts val="0"/>
                            </a:spcAft>
                          </a:pPr>
                          <a:r>
                            <a:rPr dirty="0" lang="en-US" sz="1200">
                              <a:solidFill>
                                <a:schemeClr val="tx1"/>
                              </a:solidFill>
                              <a:effectLst/>
                            </a:rPr>
                            <a:t>12</a:t>
                          </a:r>
                          <a:endParaRPr dirty="0" lang="en-US" sz="12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endParaRPr lang="en-US"/>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blipFill>
                          <a:blip r:embed="rId2"/>
                          <a:stretch>
                            <a:fillRect b="-18000" l="-17922" r="-241818" t="-1174000"/>
                          </a:stretch>
                        </a:blipFill>
                      </a:tcPr>
                    </a:tc>
                    <a:tc>
                      <a:txBody>
                        <a:bodyPr/>
                        <a:lstStyle/>
                        <a:p>
                          <a:pPr algn="l" marL="0" marR="0">
                            <a:spcBef>
                              <a:spcPts val="0"/>
                            </a:spcBef>
                            <a:spcAft>
                              <a:spcPts val="0"/>
                            </a:spcAft>
                          </a:pPr>
                          <a:r>
                            <a:rPr dirty="0" lang="en-US" sz="1400">
                              <a:solidFill>
                                <a:schemeClr val="tx1"/>
                              </a:solidFill>
                              <a:effectLst/>
                            </a:rPr>
                            <a:t>=(B10-B11)/B11*100</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a:endParaRPr lang="en-US" sz="1050">
                            <a:solidFill>
                              <a:schemeClr val="tx1"/>
                            </a:solidFill>
                            <a:effectLst/>
                            <a:latin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tc>
                      <a:txBody>
                        <a:bodyPr/>
                        <a:lstStyle/>
                        <a:p>
                          <a:pPr algn="l" marL="0" marR="0">
                            <a:spcBef>
                              <a:spcPts val="0"/>
                            </a:spcBef>
                            <a:spcAft>
                              <a:spcPts val="0"/>
                            </a:spcAft>
                          </a:pPr>
                          <a:r>
                            <a:rPr dirty="0" lang="en-US" sz="1400">
                              <a:solidFill>
                                <a:schemeClr val="tx1"/>
                              </a:solidFill>
                              <a:effectLst/>
                            </a:rPr>
                            <a:t> </a:t>
                          </a:r>
                          <a:endParaRPr dirty="0" lang="en-US" sz="1400">
                            <a:solidFill>
                              <a:schemeClr val="tx1"/>
                            </a:solidFill>
                            <a:effectLst/>
                            <a:latin charset="0" panose="02020603050405020304" pitchFamily="18" typeface="Times New Roman"/>
                            <a:ea charset="0" panose="02020603050405020304" pitchFamily="18" typeface="Times New Roman"/>
                          </a:endParaRPr>
                        </a:p>
                      </a:txBody>
                      <a:tcPr anchor="ctr" marB="0" marL="68580" marR="68580" marT="0">
                        <a:lnL algn="ctr" cap="flat" cmpd="sng" w="12700">
                          <a:solidFill>
                            <a:schemeClr val="tx1"/>
                          </a:solidFill>
                          <a:prstDash val="solid"/>
                          <a:round/>
                          <a:headEnd len="med" type="none" w="med"/>
                          <a:tailEnd len="med" type="none" w="med"/>
                        </a:lnL>
                        <a:lnR algn="ctr" cap="flat" cmpd="sng" w="12700">
                          <a:solidFill>
                            <a:schemeClr val="tx1"/>
                          </a:solidFill>
                          <a:prstDash val="solid"/>
                          <a:round/>
                          <a:headEnd len="med" type="none" w="med"/>
                          <a:tailEnd len="med" type="none" w="med"/>
                        </a:lnR>
                        <a:lnT algn="ctr" cap="flat" cmpd="sng" w="12700">
                          <a:solidFill>
                            <a:schemeClr val="tx1"/>
                          </a:solidFill>
                          <a:prstDash val="solid"/>
                          <a:round/>
                          <a:headEnd len="med" type="none" w="med"/>
                          <a:tailEnd len="med" type="none" w="med"/>
                        </a:lnT>
                        <a:lnB algn="ctr" cap="flat" cmpd="sng" w="12700">
                          <a:solidFill>
                            <a:schemeClr val="tx1"/>
                          </a:solidFill>
                          <a:prstDash val="solid"/>
                          <a:round/>
                          <a:headEnd len="med" type="none" w="med"/>
                          <a:tailEnd len="med" type="none" w="med"/>
                        </a:lnB>
                        <a:noFill/>
                      </a:tcPr>
                    </a:tc>
                    <a:extLst>
                      <a:ext uri="{0D108BD9-81ED-4DB2-BD59-A6C34878D82A}">
                        <a16:rowId xmlns:a16="http://schemas.microsoft.com/office/drawing/2014/main" val="2922794592"/>
                      </a:ext>
                    </a:extLst>
                  </a:tr>
                </a:tbl>
              </a:graphicData>
            </a:graphic>
          </p:graphicFrame>
        </mc:Fallback>
      </mc:AlternateContent>
    </p:spTree>
    <p:extLst>
      <p:ext uri="{BB962C8B-B14F-4D97-AF65-F5344CB8AC3E}">
        <p14:creationId xmlns:p14="http://schemas.microsoft.com/office/powerpoint/2010/main" val="307809095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Relationships xmlns="http://schemas.openxmlformats.org/package/2006/relationships"><Relationship Id="rId1" Target="itemProps1.xml" Type="http://schemas.openxmlformats.org/officeDocument/2006/relationships/customXmlProps"/></Relationships>
</file>

<file path=customXml/_rels/item2.xml.rels><?xml version="1.0" encoding="UTF-8" standalone="yes"?><Relationships xmlns="http://schemas.openxmlformats.org/package/2006/relationships"><Relationship Id="rId1" Target="itemProps2.xml" Type="http://schemas.openxmlformats.org/officeDocument/2006/relationships/customXmlProps"/></Relationships>
</file>

<file path=customXml/_rels/item3.xml.rels><?xml version="1.0" encoding="UTF-8" standalone="yes"?><Relationships xmlns="http://schemas.openxmlformats.org/package/2006/relationships"><Relationship Id="rId1" Target="itemProps3.xml" Type="http://schemas.openxmlformats.org/officeDocument/2006/relationships/customXmlProps"/></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2.xml><?xml version="1.0" encoding="utf-8"?>
<ds:datastoreItem xmlns:ds="http://schemas.openxmlformats.org/officeDocument/2006/customXml" ds:itemID="{7225624F-0EAC-4094-AA61-F8B3C677E67B}">
  <ds:schemaRefs>
    <ds:schemaRef ds:uri="http://schemas.microsoft.com/sharepoint/v3/contenttype/forms"/>
  </ds:schemaRefs>
</ds:datastoreItem>
</file>

<file path=customXml/itemProps3.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13723</TotalTime>
  <Words>1859</Words>
  <Application>Microsoft Office PowerPoint</Application>
  <PresentationFormat>Widescreen</PresentationFormat>
  <Paragraphs>219</Paragraphs>
  <Slides>15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Arial</vt:lpstr>
      <vt:lpstr>Cambria Math</vt:lpstr>
      <vt:lpstr>Times New Roman</vt:lpstr>
      <vt:lpstr>Trebuchet MS</vt:lpstr>
      <vt:lpstr>Wingdings 3</vt:lpstr>
      <vt:lpstr>Facet</vt:lpstr>
      <vt:lpstr>Document</vt:lpstr>
      <vt:lpstr>Lab 9:Period of a Pendulum</vt:lpstr>
      <vt:lpstr>Introduction</vt:lpstr>
      <vt:lpstr>Introduction, Cont</vt:lpstr>
      <vt:lpstr>Introduction, Cont.</vt:lpstr>
      <vt:lpstr>Introduction, Cont </vt:lpstr>
      <vt:lpstr>Apparatus</vt:lpstr>
      <vt:lpstr>Procedure 1., Changing Mass</vt:lpstr>
      <vt:lpstr>Procedure 2., Changing Angles</vt:lpstr>
      <vt:lpstr>Procedure 3., Changing length</vt:lpstr>
      <vt:lpstr>Procedure 4., Class Pendulum</vt:lpstr>
      <vt:lpstr>Summary and Analysis</vt:lpstr>
      <vt:lpstr>Spreadsheet</vt:lpstr>
      <vt:lpstr>Spreadsheet Formulas</vt:lpstr>
      <vt:lpstr>Spreadsheet – Calculation of ‘g’</vt:lpstr>
      <vt:lpstr>Spreadsheet -- Calculation of ‘g’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2015-03-02T04:15:14Z</dcterms:created>
  <dc:creator>Patrick Hearin</dc:creator>
  <cp:lastModifiedBy>Tyrone Clinton</cp:lastModifiedBy>
  <dcterms:modified xsi:type="dcterms:W3CDTF">2026-02-24T00:54:03Z</dcterms:modified>
  <cp:revision>100</cp:revision>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y fmtid="{D5CDD505-2E9C-101B-9397-08002B2CF9AE}" pid="3" name="ReadingOrderVerifiedPages">
    <vt:lpwstr>9,6</vt:lpwstr>
  </property>
</Properties>
</file>