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318" r:id="rId6"/>
    <p:sldId id="311" r:id="rId7"/>
    <p:sldId id="327" r:id="rId8"/>
    <p:sldId id="326" r:id="rId9"/>
    <p:sldId id="332" r:id="rId10"/>
    <p:sldId id="331" r:id="rId11"/>
    <p:sldId id="328" r:id="rId12"/>
    <p:sldId id="329" r:id="rId13"/>
    <p:sldId id="330" r:id="rId14"/>
    <p:sldId id="33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771835-4086-455F-872F-59CD976742FC}" v="110" dt="2023-12-04T20:44:16.2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102" autoAdjust="0"/>
    <p:restoredTop sz="94660"/>
  </p:normalViewPr>
  <p:slideViewPr>
    <p:cSldViewPr snapToGrid="0">
      <p:cViewPr varScale="1">
        <p:scale>
          <a:sx n="90" d="100"/>
          <a:sy n="90" d="100"/>
        </p:scale>
        <p:origin x="72" y="245"/>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Sommer" userId="f395cb0f48012637" providerId="LiveId" clId="{34771835-4086-455F-872F-59CD976742FC}"/>
    <pc:docChg chg="undo custSel addSld delSld modSld sldOrd">
      <pc:chgData name="James Sommer" userId="f395cb0f48012637" providerId="LiveId" clId="{34771835-4086-455F-872F-59CD976742FC}" dt="2023-12-05T15:47:14.158" v="727" actId="20577"/>
      <pc:docMkLst>
        <pc:docMk/>
      </pc:docMkLst>
      <pc:sldChg chg="modSp mod">
        <pc:chgData name="James Sommer" userId="f395cb0f48012637" providerId="LiveId" clId="{34771835-4086-455F-872F-59CD976742FC}" dt="2023-12-01T20:04:05.664" v="662" actId="1076"/>
        <pc:sldMkLst>
          <pc:docMk/>
          <pc:sldMk cId="760487606" sldId="256"/>
        </pc:sldMkLst>
        <pc:spChg chg="mod">
          <ac:chgData name="James Sommer" userId="f395cb0f48012637" providerId="LiveId" clId="{34771835-4086-455F-872F-59CD976742FC}" dt="2023-12-01T20:04:05.664" v="662" actId="1076"/>
          <ac:spMkLst>
            <pc:docMk/>
            <pc:sldMk cId="760487606" sldId="256"/>
            <ac:spMk id="2" creationId="{00000000-0000-0000-0000-000000000000}"/>
          </ac:spMkLst>
        </pc:spChg>
      </pc:sldChg>
      <pc:sldChg chg="modSp mod modAnim">
        <pc:chgData name="James Sommer" userId="f395cb0f48012637" providerId="LiveId" clId="{34771835-4086-455F-872F-59CD976742FC}" dt="2023-12-01T18:26:26.765" v="12" actId="14100"/>
        <pc:sldMkLst>
          <pc:docMk/>
          <pc:sldMk cId="3222839442" sldId="311"/>
        </pc:sldMkLst>
        <pc:spChg chg="mod">
          <ac:chgData name="James Sommer" userId="f395cb0f48012637" providerId="LiveId" clId="{34771835-4086-455F-872F-59CD976742FC}" dt="2023-12-01T18:18:08.196" v="7"/>
          <ac:spMkLst>
            <pc:docMk/>
            <pc:sldMk cId="3222839442" sldId="311"/>
            <ac:spMk id="2" creationId="{00000000-0000-0000-0000-000000000000}"/>
          </ac:spMkLst>
        </pc:spChg>
        <pc:spChg chg="mod">
          <ac:chgData name="James Sommer" userId="f395cb0f48012637" providerId="LiveId" clId="{34771835-4086-455F-872F-59CD976742FC}" dt="2023-12-01T18:26:26.765" v="12" actId="14100"/>
          <ac:spMkLst>
            <pc:docMk/>
            <pc:sldMk cId="3222839442" sldId="311"/>
            <ac:spMk id="3" creationId="{00000000-0000-0000-0000-000000000000}"/>
          </ac:spMkLst>
        </pc:spChg>
      </pc:sldChg>
      <pc:sldChg chg="del">
        <pc:chgData name="James Sommer" userId="f395cb0f48012637" providerId="LiveId" clId="{34771835-4086-455F-872F-59CD976742FC}" dt="2023-12-01T19:31:02.019" v="322" actId="47"/>
        <pc:sldMkLst>
          <pc:docMk/>
          <pc:sldMk cId="865022532" sldId="313"/>
        </pc:sldMkLst>
      </pc:sldChg>
      <pc:sldChg chg="modSp mod modAnim">
        <pc:chgData name="James Sommer" userId="f395cb0f48012637" providerId="LiveId" clId="{34771835-4086-455F-872F-59CD976742FC}" dt="2023-12-01T18:13:12.714" v="6" actId="27636"/>
        <pc:sldMkLst>
          <pc:docMk/>
          <pc:sldMk cId="2656068651" sldId="318"/>
        </pc:sldMkLst>
        <pc:spChg chg="mod">
          <ac:chgData name="James Sommer" userId="f395cb0f48012637" providerId="LiveId" clId="{34771835-4086-455F-872F-59CD976742FC}" dt="2023-12-01T18:12:58.779" v="4" actId="14100"/>
          <ac:spMkLst>
            <pc:docMk/>
            <pc:sldMk cId="2656068651" sldId="318"/>
            <ac:spMk id="2" creationId="{00000000-0000-0000-0000-000000000000}"/>
          </ac:spMkLst>
        </pc:spChg>
        <pc:spChg chg="mod">
          <ac:chgData name="James Sommer" userId="f395cb0f48012637" providerId="LiveId" clId="{34771835-4086-455F-872F-59CD976742FC}" dt="2023-12-01T18:13:12.714" v="6" actId="27636"/>
          <ac:spMkLst>
            <pc:docMk/>
            <pc:sldMk cId="2656068651" sldId="318"/>
            <ac:spMk id="3" creationId="{00000000-0000-0000-0000-000000000000}"/>
          </ac:spMkLst>
        </pc:spChg>
      </pc:sldChg>
      <pc:sldChg chg="del">
        <pc:chgData name="James Sommer" userId="f395cb0f48012637" providerId="LiveId" clId="{34771835-4086-455F-872F-59CD976742FC}" dt="2023-12-01T19:31:03.776" v="323" actId="47"/>
        <pc:sldMkLst>
          <pc:docMk/>
          <pc:sldMk cId="1372433121" sldId="325"/>
        </pc:sldMkLst>
      </pc:sldChg>
      <pc:sldChg chg="addSp delSp modSp new mod">
        <pc:chgData name="James Sommer" userId="f395cb0f48012637" providerId="LiveId" clId="{34771835-4086-455F-872F-59CD976742FC}" dt="2023-12-04T20:43:35.002" v="706" actId="1076"/>
        <pc:sldMkLst>
          <pc:docMk/>
          <pc:sldMk cId="2435178474" sldId="326"/>
        </pc:sldMkLst>
        <pc:spChg chg="mod">
          <ac:chgData name="James Sommer" userId="f395cb0f48012637" providerId="LiveId" clId="{34771835-4086-455F-872F-59CD976742FC}" dt="2023-12-01T19:12:53.809" v="49" actId="27636"/>
          <ac:spMkLst>
            <pc:docMk/>
            <pc:sldMk cId="2435178474" sldId="326"/>
            <ac:spMk id="2" creationId="{9A6F7A85-52F2-4341-9F9E-F0E1C66F48A5}"/>
          </ac:spMkLst>
        </pc:spChg>
        <pc:spChg chg="mod">
          <ac:chgData name="James Sommer" userId="f395cb0f48012637" providerId="LiveId" clId="{34771835-4086-455F-872F-59CD976742FC}" dt="2023-12-04T20:42:41.695" v="693" actId="21"/>
          <ac:spMkLst>
            <pc:docMk/>
            <pc:sldMk cId="2435178474" sldId="326"/>
            <ac:spMk id="3" creationId="{B235236D-8085-9467-8686-C8213F308AE8}"/>
          </ac:spMkLst>
        </pc:spChg>
        <pc:graphicFrameChg chg="add del mod modGraphic">
          <ac:chgData name="James Sommer" userId="f395cb0f48012637" providerId="LiveId" clId="{34771835-4086-455F-872F-59CD976742FC}" dt="2023-12-04T20:41:27.433" v="674" actId="3680"/>
          <ac:graphicFrameMkLst>
            <pc:docMk/>
            <pc:sldMk cId="2435178474" sldId="326"/>
            <ac:graphicFrameMk id="6" creationId="{E588F5BC-DA79-6FE8-8F51-CF915012A466}"/>
          </ac:graphicFrameMkLst>
        </pc:graphicFrameChg>
        <pc:graphicFrameChg chg="add mod modGraphic">
          <ac:chgData name="James Sommer" userId="f395cb0f48012637" providerId="LiveId" clId="{34771835-4086-455F-872F-59CD976742FC}" dt="2023-12-04T20:43:35.002" v="706" actId="1076"/>
          <ac:graphicFrameMkLst>
            <pc:docMk/>
            <pc:sldMk cId="2435178474" sldId="326"/>
            <ac:graphicFrameMk id="7" creationId="{BE089155-009F-7D6F-9FBB-7799AFCA1374}"/>
          </ac:graphicFrameMkLst>
        </pc:graphicFrameChg>
        <pc:picChg chg="add mod">
          <ac:chgData name="James Sommer" userId="f395cb0f48012637" providerId="LiveId" clId="{34771835-4086-455F-872F-59CD976742FC}" dt="2023-12-01T19:14:18.917" v="61" actId="1076"/>
          <ac:picMkLst>
            <pc:docMk/>
            <pc:sldMk cId="2435178474" sldId="326"/>
            <ac:picMk id="4" creationId="{2E7A78D4-1845-D217-5B04-91A57ECFBEBA}"/>
          </ac:picMkLst>
        </pc:picChg>
        <pc:picChg chg="add mod">
          <ac:chgData name="James Sommer" userId="f395cb0f48012637" providerId="LiveId" clId="{34771835-4086-455F-872F-59CD976742FC}" dt="2023-12-01T19:14:23.643" v="63" actId="1076"/>
          <ac:picMkLst>
            <pc:docMk/>
            <pc:sldMk cId="2435178474" sldId="326"/>
            <ac:picMk id="5" creationId="{1AF7D7A2-C5E3-9A47-3E30-C66067FFFC1F}"/>
          </ac:picMkLst>
        </pc:picChg>
      </pc:sldChg>
      <pc:sldChg chg="addSp delSp modSp new mod ord">
        <pc:chgData name="James Sommer" userId="f395cb0f48012637" providerId="LiveId" clId="{34771835-4086-455F-872F-59CD976742FC}" dt="2023-12-01T19:47:53.862" v="479" actId="27636"/>
        <pc:sldMkLst>
          <pc:docMk/>
          <pc:sldMk cId="1102189903" sldId="327"/>
        </pc:sldMkLst>
        <pc:spChg chg="mod">
          <ac:chgData name="James Sommer" userId="f395cb0f48012637" providerId="LiveId" clId="{34771835-4086-455F-872F-59CD976742FC}" dt="2023-12-01T19:12:09.101" v="42" actId="1076"/>
          <ac:spMkLst>
            <pc:docMk/>
            <pc:sldMk cId="1102189903" sldId="327"/>
            <ac:spMk id="2" creationId="{FA70C5E1-27BE-06CF-B8CC-0BBA28B0DEE3}"/>
          </ac:spMkLst>
        </pc:spChg>
        <pc:spChg chg="mod">
          <ac:chgData name="James Sommer" userId="f395cb0f48012637" providerId="LiveId" clId="{34771835-4086-455F-872F-59CD976742FC}" dt="2023-12-01T19:47:53.862" v="479" actId="27636"/>
          <ac:spMkLst>
            <pc:docMk/>
            <pc:sldMk cId="1102189903" sldId="327"/>
            <ac:spMk id="3" creationId="{5E3AE7DC-C872-9FA1-AA4E-333DF01D2B79}"/>
          </ac:spMkLst>
        </pc:spChg>
        <pc:spChg chg="add mod">
          <ac:chgData name="James Sommer" userId="f395cb0f48012637" providerId="LiveId" clId="{34771835-4086-455F-872F-59CD976742FC}" dt="2023-12-01T19:15:09.825" v="86" actId="1035"/>
          <ac:spMkLst>
            <pc:docMk/>
            <pc:sldMk cId="1102189903" sldId="327"/>
            <ac:spMk id="5" creationId="{E6ECFE32-81E2-9A9E-FDBA-7E84D15BFA42}"/>
          </ac:spMkLst>
        </pc:spChg>
        <pc:spChg chg="add mod">
          <ac:chgData name="James Sommer" userId="f395cb0f48012637" providerId="LiveId" clId="{34771835-4086-455F-872F-59CD976742FC}" dt="2023-12-01T19:15:09.825" v="86" actId="1035"/>
          <ac:spMkLst>
            <pc:docMk/>
            <pc:sldMk cId="1102189903" sldId="327"/>
            <ac:spMk id="6" creationId="{D6DB9E25-1056-2715-52BA-7AB0959954C0}"/>
          </ac:spMkLst>
        </pc:spChg>
        <pc:picChg chg="add mod">
          <ac:chgData name="James Sommer" userId="f395cb0f48012637" providerId="LiveId" clId="{34771835-4086-455F-872F-59CD976742FC}" dt="2023-12-01T19:47:16.479" v="472" actId="1076"/>
          <ac:picMkLst>
            <pc:docMk/>
            <pc:sldMk cId="1102189903" sldId="327"/>
            <ac:picMk id="4" creationId="{413B688A-BBF3-52DA-A53E-182E703F41C0}"/>
          </ac:picMkLst>
        </pc:picChg>
        <pc:picChg chg="add del mod">
          <ac:chgData name="James Sommer" userId="f395cb0f48012637" providerId="LiveId" clId="{34771835-4086-455F-872F-59CD976742FC}" dt="2023-12-01T19:14:06.023" v="58" actId="21"/>
          <ac:picMkLst>
            <pc:docMk/>
            <pc:sldMk cId="1102189903" sldId="327"/>
            <ac:picMk id="1026" creationId="{17DAD733-AAAE-F02E-B9AC-E6888688E9F3}"/>
          </ac:picMkLst>
        </pc:picChg>
        <pc:picChg chg="add del mod">
          <ac:chgData name="James Sommer" userId="f395cb0f48012637" providerId="LiveId" clId="{34771835-4086-455F-872F-59CD976742FC}" dt="2023-12-01T19:14:14.790" v="60" actId="21"/>
          <ac:picMkLst>
            <pc:docMk/>
            <pc:sldMk cId="1102189903" sldId="327"/>
            <ac:picMk id="1027" creationId="{4F546074-65F6-56AA-CBD3-61A6871EC7A2}"/>
          </ac:picMkLst>
        </pc:picChg>
        <pc:picChg chg="add del mod">
          <ac:chgData name="James Sommer" userId="f395cb0f48012637" providerId="LiveId" clId="{34771835-4086-455F-872F-59CD976742FC}" dt="2023-12-01T19:46:50.278" v="464" actId="21"/>
          <ac:picMkLst>
            <pc:docMk/>
            <pc:sldMk cId="1102189903" sldId="327"/>
            <ac:picMk id="1028" creationId="{2449ABBB-09F7-4D99-74EE-B8C1AC0CD0C6}"/>
          </ac:picMkLst>
        </pc:picChg>
      </pc:sldChg>
      <pc:sldChg chg="addSp delSp modSp new mod">
        <pc:chgData name="James Sommer" userId="f395cb0f48012637" providerId="LiveId" clId="{34771835-4086-455F-872F-59CD976742FC}" dt="2023-12-05T15:47:14.158" v="727" actId="20577"/>
        <pc:sldMkLst>
          <pc:docMk/>
          <pc:sldMk cId="2672512426" sldId="328"/>
        </pc:sldMkLst>
        <pc:spChg chg="mod">
          <ac:chgData name="James Sommer" userId="f395cb0f48012637" providerId="LiveId" clId="{34771835-4086-455F-872F-59CD976742FC}" dt="2023-12-01T19:49:14.893" v="481" actId="20577"/>
          <ac:spMkLst>
            <pc:docMk/>
            <pc:sldMk cId="2672512426" sldId="328"/>
            <ac:spMk id="2" creationId="{2C4BEDB6-2E55-DB65-181F-9D6731A07E88}"/>
          </ac:spMkLst>
        </pc:spChg>
        <pc:spChg chg="mod">
          <ac:chgData name="James Sommer" userId="f395cb0f48012637" providerId="LiveId" clId="{34771835-4086-455F-872F-59CD976742FC}" dt="2023-12-05T15:47:14.158" v="727" actId="20577"/>
          <ac:spMkLst>
            <pc:docMk/>
            <pc:sldMk cId="2672512426" sldId="328"/>
            <ac:spMk id="3" creationId="{096FA5ED-76AB-639D-CE9E-0D4569BCCA4B}"/>
          </ac:spMkLst>
        </pc:spChg>
        <pc:spChg chg="add del">
          <ac:chgData name="James Sommer" userId="f395cb0f48012637" providerId="LiveId" clId="{34771835-4086-455F-872F-59CD976742FC}" dt="2023-12-01T19:18:55.803" v="96"/>
          <ac:spMkLst>
            <pc:docMk/>
            <pc:sldMk cId="2672512426" sldId="328"/>
            <ac:spMk id="4" creationId="{2FB3B233-D1DD-33DE-1F4F-5F986F5FC071}"/>
          </ac:spMkLst>
        </pc:spChg>
        <pc:spChg chg="add del">
          <ac:chgData name="James Sommer" userId="f395cb0f48012637" providerId="LiveId" clId="{34771835-4086-455F-872F-59CD976742FC}" dt="2023-12-01T19:18:55.803" v="96"/>
          <ac:spMkLst>
            <pc:docMk/>
            <pc:sldMk cId="2672512426" sldId="328"/>
            <ac:spMk id="5" creationId="{2C4D407E-730F-B9D7-D622-EF9511D3502A}"/>
          </ac:spMkLst>
        </pc:spChg>
        <pc:picChg chg="add mod">
          <ac:chgData name="James Sommer" userId="f395cb0f48012637" providerId="LiveId" clId="{34771835-4086-455F-872F-59CD976742FC}" dt="2023-12-01T19:21:17.517" v="156" actId="1076"/>
          <ac:picMkLst>
            <pc:docMk/>
            <pc:sldMk cId="2672512426" sldId="328"/>
            <ac:picMk id="6" creationId="{955187FD-1662-5396-650C-4CECED0CCB53}"/>
          </ac:picMkLst>
        </pc:picChg>
        <pc:picChg chg="add del">
          <ac:chgData name="James Sommer" userId="f395cb0f48012637" providerId="LiveId" clId="{34771835-4086-455F-872F-59CD976742FC}" dt="2023-12-01T19:18:55.803" v="96"/>
          <ac:picMkLst>
            <pc:docMk/>
            <pc:sldMk cId="2672512426" sldId="328"/>
            <ac:picMk id="3073" creationId="{742BFB7F-E6F9-1198-844E-20B01EB25F30}"/>
          </ac:picMkLst>
        </pc:picChg>
      </pc:sldChg>
      <pc:sldChg chg="addSp delSp modSp new mod">
        <pc:chgData name="James Sommer" userId="f395cb0f48012637" providerId="LiveId" clId="{34771835-4086-455F-872F-59CD976742FC}" dt="2023-12-01T19:51:49.842" v="508" actId="20577"/>
        <pc:sldMkLst>
          <pc:docMk/>
          <pc:sldMk cId="3038748858" sldId="329"/>
        </pc:sldMkLst>
        <pc:spChg chg="mod">
          <ac:chgData name="James Sommer" userId="f395cb0f48012637" providerId="LiveId" clId="{34771835-4086-455F-872F-59CD976742FC}" dt="2023-12-01T19:32:55.956" v="330" actId="14100"/>
          <ac:spMkLst>
            <pc:docMk/>
            <pc:sldMk cId="3038748858" sldId="329"/>
            <ac:spMk id="2" creationId="{94EF38FB-34D6-EB2A-480E-F697D69DA894}"/>
          </ac:spMkLst>
        </pc:spChg>
        <pc:spChg chg="mod">
          <ac:chgData name="James Sommer" userId="f395cb0f48012637" providerId="LiveId" clId="{34771835-4086-455F-872F-59CD976742FC}" dt="2023-12-01T19:51:49.842" v="508" actId="20577"/>
          <ac:spMkLst>
            <pc:docMk/>
            <pc:sldMk cId="3038748858" sldId="329"/>
            <ac:spMk id="3" creationId="{35247D63-3FF9-CD1D-3808-BDF195843C81}"/>
          </ac:spMkLst>
        </pc:spChg>
        <pc:spChg chg="add del">
          <ac:chgData name="James Sommer" userId="f395cb0f48012637" providerId="LiveId" clId="{34771835-4086-455F-872F-59CD976742FC}" dt="2023-12-01T19:25:10.313" v="213"/>
          <ac:spMkLst>
            <pc:docMk/>
            <pc:sldMk cId="3038748858" sldId="329"/>
            <ac:spMk id="5" creationId="{01D09397-93F8-2DA3-F640-47570C0C7BD4}"/>
          </ac:spMkLst>
        </pc:spChg>
        <pc:spChg chg="add del">
          <ac:chgData name="James Sommer" userId="f395cb0f48012637" providerId="LiveId" clId="{34771835-4086-455F-872F-59CD976742FC}" dt="2023-12-01T19:25:10.313" v="213"/>
          <ac:spMkLst>
            <pc:docMk/>
            <pc:sldMk cId="3038748858" sldId="329"/>
            <ac:spMk id="6" creationId="{0EA5A579-DB5B-B097-EFAD-493B3B941E30}"/>
          </ac:spMkLst>
        </pc:spChg>
        <pc:spChg chg="add del">
          <ac:chgData name="James Sommer" userId="f395cb0f48012637" providerId="LiveId" clId="{34771835-4086-455F-872F-59CD976742FC}" dt="2023-12-01T19:25:15.359" v="216" actId="22"/>
          <ac:spMkLst>
            <pc:docMk/>
            <pc:sldMk cId="3038748858" sldId="329"/>
            <ac:spMk id="8" creationId="{8192D972-206D-619F-84B2-67689BBFDFBB}"/>
          </ac:spMkLst>
        </pc:spChg>
        <pc:spChg chg="add del">
          <ac:chgData name="James Sommer" userId="f395cb0f48012637" providerId="LiveId" clId="{34771835-4086-455F-872F-59CD976742FC}" dt="2023-12-01T19:25:31.041" v="221"/>
          <ac:spMkLst>
            <pc:docMk/>
            <pc:sldMk cId="3038748858" sldId="329"/>
            <ac:spMk id="10" creationId="{1C97BADD-E07B-6754-3FC8-0D5C6446C575}"/>
          </ac:spMkLst>
        </pc:spChg>
        <pc:spChg chg="add del">
          <ac:chgData name="James Sommer" userId="f395cb0f48012637" providerId="LiveId" clId="{34771835-4086-455F-872F-59CD976742FC}" dt="2023-12-01T19:25:31.041" v="221"/>
          <ac:spMkLst>
            <pc:docMk/>
            <pc:sldMk cId="3038748858" sldId="329"/>
            <ac:spMk id="11" creationId="{8A1DDAB7-0159-5F24-DCD7-944FD8CA59A0}"/>
          </ac:spMkLst>
        </pc:spChg>
        <pc:spChg chg="add del">
          <ac:chgData name="James Sommer" userId="f395cb0f48012637" providerId="LiveId" clId="{34771835-4086-455F-872F-59CD976742FC}" dt="2023-12-01T19:26:12.217" v="231"/>
          <ac:spMkLst>
            <pc:docMk/>
            <pc:sldMk cId="3038748858" sldId="329"/>
            <ac:spMk id="14" creationId="{6D99880E-985E-2568-A3F0-87A0589EA5EF}"/>
          </ac:spMkLst>
        </pc:spChg>
        <pc:spChg chg="add del">
          <ac:chgData name="James Sommer" userId="f395cb0f48012637" providerId="LiveId" clId="{34771835-4086-455F-872F-59CD976742FC}" dt="2023-12-01T19:26:12.217" v="231"/>
          <ac:spMkLst>
            <pc:docMk/>
            <pc:sldMk cId="3038748858" sldId="329"/>
            <ac:spMk id="15" creationId="{383D4985-0DD2-9638-2964-1390A56FF262}"/>
          </ac:spMkLst>
        </pc:spChg>
        <pc:spChg chg="add del mod">
          <ac:chgData name="James Sommer" userId="f395cb0f48012637" providerId="LiveId" clId="{34771835-4086-455F-872F-59CD976742FC}" dt="2023-12-01T19:27:09.932" v="249"/>
          <ac:spMkLst>
            <pc:docMk/>
            <pc:sldMk cId="3038748858" sldId="329"/>
            <ac:spMk id="17" creationId="{7EF38B7C-0633-3891-69BE-30ACCE3A11CA}"/>
          </ac:spMkLst>
        </pc:spChg>
        <pc:spChg chg="add mod">
          <ac:chgData name="James Sommer" userId="f395cb0f48012637" providerId="LiveId" clId="{34771835-4086-455F-872F-59CD976742FC}" dt="2023-12-01T19:27:41.343" v="266" actId="21"/>
          <ac:spMkLst>
            <pc:docMk/>
            <pc:sldMk cId="3038748858" sldId="329"/>
            <ac:spMk id="18" creationId="{0CAB6BD0-756B-1FEE-4553-64B4AADDCC5B}"/>
          </ac:spMkLst>
        </pc:spChg>
        <pc:picChg chg="add del">
          <ac:chgData name="James Sommer" userId="f395cb0f48012637" providerId="LiveId" clId="{34771835-4086-455F-872F-59CD976742FC}" dt="2023-12-01T19:25:04.670" v="211"/>
          <ac:picMkLst>
            <pc:docMk/>
            <pc:sldMk cId="3038748858" sldId="329"/>
            <ac:picMk id="4" creationId="{3F450EB1-6153-1AA2-C742-60EF5B664087}"/>
          </ac:picMkLst>
        </pc:picChg>
        <pc:picChg chg="add del">
          <ac:chgData name="James Sommer" userId="f395cb0f48012637" providerId="LiveId" clId="{34771835-4086-455F-872F-59CD976742FC}" dt="2023-12-01T19:25:25.149" v="219"/>
          <ac:picMkLst>
            <pc:docMk/>
            <pc:sldMk cId="3038748858" sldId="329"/>
            <ac:picMk id="9" creationId="{F4044EDA-84DC-EFEA-B762-D92B1A700C04}"/>
          </ac:picMkLst>
        </pc:picChg>
        <pc:picChg chg="add del mod">
          <ac:chgData name="James Sommer" userId="f395cb0f48012637" providerId="LiveId" clId="{34771835-4086-455F-872F-59CD976742FC}" dt="2023-12-01T19:25:48.445" v="227"/>
          <ac:picMkLst>
            <pc:docMk/>
            <pc:sldMk cId="3038748858" sldId="329"/>
            <ac:picMk id="12" creationId="{1990756E-A335-8682-37B4-3C21AC76F09A}"/>
          </ac:picMkLst>
        </pc:picChg>
        <pc:picChg chg="add del">
          <ac:chgData name="James Sommer" userId="f395cb0f48012637" providerId="LiveId" clId="{34771835-4086-455F-872F-59CD976742FC}" dt="2023-12-01T19:26:03.553" v="229"/>
          <ac:picMkLst>
            <pc:docMk/>
            <pc:sldMk cId="3038748858" sldId="329"/>
            <ac:picMk id="13" creationId="{3C0B4148-1C2E-1857-5590-94BDF45E0578}"/>
          </ac:picMkLst>
        </pc:picChg>
        <pc:picChg chg="add del mod">
          <ac:chgData name="James Sommer" userId="f395cb0f48012637" providerId="LiveId" clId="{34771835-4086-455F-872F-59CD976742FC}" dt="2023-12-01T19:26:26.347" v="234" actId="478"/>
          <ac:picMkLst>
            <pc:docMk/>
            <pc:sldMk cId="3038748858" sldId="329"/>
            <ac:picMk id="16" creationId="{70302C1D-2C44-83AC-35ED-351E95878CBE}"/>
          </ac:picMkLst>
        </pc:picChg>
        <pc:picChg chg="add del">
          <ac:chgData name="James Sommer" userId="f395cb0f48012637" providerId="LiveId" clId="{34771835-4086-455F-872F-59CD976742FC}" dt="2023-12-01T19:26:59.298" v="245" actId="22"/>
          <ac:picMkLst>
            <pc:docMk/>
            <pc:sldMk cId="3038748858" sldId="329"/>
            <ac:picMk id="20" creationId="{DEF75746-72BC-AF32-A501-8084F089C626}"/>
          </ac:picMkLst>
        </pc:picChg>
        <pc:picChg chg="add mod">
          <ac:chgData name="James Sommer" userId="f395cb0f48012637" providerId="LiveId" clId="{34771835-4086-455F-872F-59CD976742FC}" dt="2023-12-01T19:51:07.709" v="489" actId="1076"/>
          <ac:picMkLst>
            <pc:docMk/>
            <pc:sldMk cId="3038748858" sldId="329"/>
            <ac:picMk id="21" creationId="{67627367-67AC-C9D8-6CA8-FD2005DD9854}"/>
          </ac:picMkLst>
        </pc:picChg>
        <pc:picChg chg="add del">
          <ac:chgData name="James Sommer" userId="f395cb0f48012637" providerId="LiveId" clId="{34771835-4086-455F-872F-59CD976742FC}" dt="2023-12-01T19:25:10.313" v="213"/>
          <ac:picMkLst>
            <pc:docMk/>
            <pc:sldMk cId="3038748858" sldId="329"/>
            <ac:picMk id="4097" creationId="{7713814D-4642-4CA4-E803-76CC94AACF38}"/>
          </ac:picMkLst>
        </pc:picChg>
        <pc:picChg chg="add del">
          <ac:chgData name="James Sommer" userId="f395cb0f48012637" providerId="LiveId" clId="{34771835-4086-455F-872F-59CD976742FC}" dt="2023-12-01T19:25:31.041" v="221"/>
          <ac:picMkLst>
            <pc:docMk/>
            <pc:sldMk cId="3038748858" sldId="329"/>
            <ac:picMk id="4100" creationId="{CB3CA373-7EAB-F1FF-447F-D15135649803}"/>
          </ac:picMkLst>
        </pc:picChg>
        <pc:picChg chg="add del">
          <ac:chgData name="James Sommer" userId="f395cb0f48012637" providerId="LiveId" clId="{34771835-4086-455F-872F-59CD976742FC}" dt="2023-12-01T19:26:12.217" v="231"/>
          <ac:picMkLst>
            <pc:docMk/>
            <pc:sldMk cId="3038748858" sldId="329"/>
            <ac:picMk id="4103" creationId="{E34B65A6-1060-3259-FA98-C86F716D2793}"/>
          </ac:picMkLst>
        </pc:picChg>
        <pc:picChg chg="add del">
          <ac:chgData name="James Sommer" userId="f395cb0f48012637" providerId="LiveId" clId="{34771835-4086-455F-872F-59CD976742FC}" dt="2023-12-01T19:27:09.913" v="247" actId="21"/>
          <ac:picMkLst>
            <pc:docMk/>
            <pc:sldMk cId="3038748858" sldId="329"/>
            <ac:picMk id="4106" creationId="{736440EA-93FD-DEBF-62EA-B1144AA5CA25}"/>
          </ac:picMkLst>
        </pc:picChg>
      </pc:sldChg>
      <pc:sldChg chg="addSp delSp modSp new mod">
        <pc:chgData name="James Sommer" userId="f395cb0f48012637" providerId="LiveId" clId="{34771835-4086-455F-872F-59CD976742FC}" dt="2023-12-04T20:44:16.282" v="718" actId="1076"/>
        <pc:sldMkLst>
          <pc:docMk/>
          <pc:sldMk cId="1498723712" sldId="330"/>
        </pc:sldMkLst>
        <pc:spChg chg="mod">
          <ac:chgData name="James Sommer" userId="f395cb0f48012637" providerId="LiveId" clId="{34771835-4086-455F-872F-59CD976742FC}" dt="2023-12-01T19:53:19.610" v="522" actId="1076"/>
          <ac:spMkLst>
            <pc:docMk/>
            <pc:sldMk cId="1498723712" sldId="330"/>
            <ac:spMk id="2" creationId="{C1AEBC8F-7FF3-F5D1-4A9C-B019A7FD96D6}"/>
          </ac:spMkLst>
        </pc:spChg>
        <pc:spChg chg="mod">
          <ac:chgData name="James Sommer" userId="f395cb0f48012637" providerId="LiveId" clId="{34771835-4086-455F-872F-59CD976742FC}" dt="2023-12-04T20:44:12.506" v="717" actId="20577"/>
          <ac:spMkLst>
            <pc:docMk/>
            <pc:sldMk cId="1498723712" sldId="330"/>
            <ac:spMk id="3" creationId="{A4299ABB-59DE-C0D7-CA77-5359787A8A62}"/>
          </ac:spMkLst>
        </pc:spChg>
        <pc:spChg chg="add del">
          <ac:chgData name="James Sommer" userId="f395cb0f48012637" providerId="LiveId" clId="{34771835-4086-455F-872F-59CD976742FC}" dt="2023-12-01T19:34:11.183" v="346"/>
          <ac:spMkLst>
            <pc:docMk/>
            <pc:sldMk cId="1498723712" sldId="330"/>
            <ac:spMk id="5" creationId="{C281327F-4F17-FB65-C2B2-415CD74F864A}"/>
          </ac:spMkLst>
        </pc:spChg>
        <pc:spChg chg="add del">
          <ac:chgData name="James Sommer" userId="f395cb0f48012637" providerId="LiveId" clId="{34771835-4086-455F-872F-59CD976742FC}" dt="2023-12-01T19:34:11.183" v="346"/>
          <ac:spMkLst>
            <pc:docMk/>
            <pc:sldMk cId="1498723712" sldId="330"/>
            <ac:spMk id="6" creationId="{63D046E0-037A-0B64-F322-8C7311B78624}"/>
          </ac:spMkLst>
        </pc:spChg>
        <pc:spChg chg="add del mod">
          <ac:chgData name="James Sommer" userId="f395cb0f48012637" providerId="LiveId" clId="{34771835-4086-455F-872F-59CD976742FC}" dt="2023-12-01T19:39:24.324" v="406" actId="478"/>
          <ac:spMkLst>
            <pc:docMk/>
            <pc:sldMk cId="1498723712" sldId="330"/>
            <ac:spMk id="7" creationId="{815097CE-A604-699E-25CD-CBE27CD5D7DA}"/>
          </ac:spMkLst>
        </pc:spChg>
        <pc:spChg chg="add del mod">
          <ac:chgData name="James Sommer" userId="f395cb0f48012637" providerId="LiveId" clId="{34771835-4086-455F-872F-59CD976742FC}" dt="2023-12-01T19:43:00.015" v="421" actId="478"/>
          <ac:spMkLst>
            <pc:docMk/>
            <pc:sldMk cId="1498723712" sldId="330"/>
            <ac:spMk id="8" creationId="{908DC627-6338-EC9D-7A72-38ACE824F4AB}"/>
          </ac:spMkLst>
        </pc:spChg>
        <pc:picChg chg="add del mod">
          <ac:chgData name="James Sommer" userId="f395cb0f48012637" providerId="LiveId" clId="{34771835-4086-455F-872F-59CD976742FC}" dt="2023-12-01T19:34:05.617" v="344"/>
          <ac:picMkLst>
            <pc:docMk/>
            <pc:sldMk cId="1498723712" sldId="330"/>
            <ac:picMk id="4" creationId="{750A5F94-CE10-550D-59FD-34D10729407E}"/>
          </ac:picMkLst>
        </pc:picChg>
        <pc:picChg chg="add del">
          <ac:chgData name="James Sommer" userId="f395cb0f48012637" providerId="LiveId" clId="{34771835-4086-455F-872F-59CD976742FC}" dt="2023-12-01T19:34:11.183" v="346"/>
          <ac:picMkLst>
            <pc:docMk/>
            <pc:sldMk cId="1498723712" sldId="330"/>
            <ac:picMk id="5121" creationId="{1969AE1E-82DC-3C98-D809-0B6393C095FE}"/>
          </ac:picMkLst>
        </pc:picChg>
        <pc:picChg chg="add mod">
          <ac:chgData name="James Sommer" userId="f395cb0f48012637" providerId="LiveId" clId="{34771835-4086-455F-872F-59CD976742FC}" dt="2023-12-04T20:44:16.282" v="718" actId="1076"/>
          <ac:picMkLst>
            <pc:docMk/>
            <pc:sldMk cId="1498723712" sldId="330"/>
            <ac:picMk id="5124" creationId="{319CD843-10F0-AD1F-957A-05EBC32324E5}"/>
          </ac:picMkLst>
        </pc:picChg>
      </pc:sldChg>
      <pc:sldChg chg="addSp modSp new mod">
        <pc:chgData name="James Sommer" userId="f395cb0f48012637" providerId="LiveId" clId="{34771835-4086-455F-872F-59CD976742FC}" dt="2023-12-01T19:49:21.025" v="482" actId="6549"/>
        <pc:sldMkLst>
          <pc:docMk/>
          <pc:sldMk cId="479680624" sldId="331"/>
        </pc:sldMkLst>
        <pc:spChg chg="mod">
          <ac:chgData name="James Sommer" userId="f395cb0f48012637" providerId="LiveId" clId="{34771835-4086-455F-872F-59CD976742FC}" dt="2023-12-01T19:49:21.025" v="482" actId="6549"/>
          <ac:spMkLst>
            <pc:docMk/>
            <pc:sldMk cId="479680624" sldId="331"/>
            <ac:spMk id="2" creationId="{C5D8C6E3-5F78-37B3-7F94-98C352493A0D}"/>
          </ac:spMkLst>
        </pc:spChg>
        <pc:spChg chg="mod">
          <ac:chgData name="James Sommer" userId="f395cb0f48012637" providerId="LiveId" clId="{34771835-4086-455F-872F-59CD976742FC}" dt="2023-12-01T19:46:59.382" v="467" actId="1076"/>
          <ac:spMkLst>
            <pc:docMk/>
            <pc:sldMk cId="479680624" sldId="331"/>
            <ac:spMk id="3" creationId="{BDF1D748-4881-C7FE-72C5-5AD3C346C5A7}"/>
          </ac:spMkLst>
        </pc:spChg>
        <pc:picChg chg="add mod">
          <ac:chgData name="James Sommer" userId="f395cb0f48012637" providerId="LiveId" clId="{34771835-4086-455F-872F-59CD976742FC}" dt="2023-12-01T19:47:01.703" v="468" actId="1076"/>
          <ac:picMkLst>
            <pc:docMk/>
            <pc:sldMk cId="479680624" sldId="331"/>
            <ac:picMk id="4" creationId="{799F37EA-4F7A-C22C-1BEE-EC5F1833BC66}"/>
          </ac:picMkLst>
        </pc:picChg>
      </pc:sldChg>
      <pc:sldChg chg="modSp new mod">
        <pc:chgData name="James Sommer" userId="f395cb0f48012637" providerId="LiveId" clId="{34771835-4086-455F-872F-59CD976742FC}" dt="2023-12-01T19:58:01.166" v="614" actId="1076"/>
        <pc:sldMkLst>
          <pc:docMk/>
          <pc:sldMk cId="2702824269" sldId="332"/>
        </pc:sldMkLst>
        <pc:spChg chg="mod">
          <ac:chgData name="James Sommer" userId="f395cb0f48012637" providerId="LiveId" clId="{34771835-4086-455F-872F-59CD976742FC}" dt="2023-12-01T19:57:57.402" v="613" actId="1076"/>
          <ac:spMkLst>
            <pc:docMk/>
            <pc:sldMk cId="2702824269" sldId="332"/>
            <ac:spMk id="2" creationId="{7F2A8296-59C2-7299-6F28-0C417B418656}"/>
          </ac:spMkLst>
        </pc:spChg>
        <pc:spChg chg="mod">
          <ac:chgData name="James Sommer" userId="f395cb0f48012637" providerId="LiveId" clId="{34771835-4086-455F-872F-59CD976742FC}" dt="2023-12-01T19:58:01.166" v="614" actId="1076"/>
          <ac:spMkLst>
            <pc:docMk/>
            <pc:sldMk cId="2702824269" sldId="332"/>
            <ac:spMk id="3" creationId="{24BDE44D-EC8F-F486-D59A-8E7F222D6646}"/>
          </ac:spMkLst>
        </pc:spChg>
      </pc:sldChg>
      <pc:sldChg chg="addSp delSp modSp new mod">
        <pc:chgData name="James Sommer" userId="f395cb0f48012637" providerId="LiveId" clId="{34771835-4086-455F-872F-59CD976742FC}" dt="2023-12-01T19:59:00.291" v="624" actId="14100"/>
        <pc:sldMkLst>
          <pc:docMk/>
          <pc:sldMk cId="3986897344" sldId="333"/>
        </pc:sldMkLst>
        <pc:spChg chg="mod">
          <ac:chgData name="James Sommer" userId="f395cb0f48012637" providerId="LiveId" clId="{34771835-4086-455F-872F-59CD976742FC}" dt="2023-12-01T19:58:46.942" v="621" actId="27636"/>
          <ac:spMkLst>
            <pc:docMk/>
            <pc:sldMk cId="3986897344" sldId="333"/>
            <ac:spMk id="2" creationId="{DB2C837E-A533-601C-5CD7-174E8C6FE05B}"/>
          </ac:spMkLst>
        </pc:spChg>
        <pc:spChg chg="del">
          <ac:chgData name="James Sommer" userId="f395cb0f48012637" providerId="LiveId" clId="{34771835-4086-455F-872F-59CD976742FC}" dt="2023-12-01T19:58:55.772" v="622"/>
          <ac:spMkLst>
            <pc:docMk/>
            <pc:sldMk cId="3986897344" sldId="333"/>
            <ac:spMk id="3" creationId="{03F43793-7614-BC4C-AB52-7E3493F3F6F9}"/>
          </ac:spMkLst>
        </pc:spChg>
        <pc:picChg chg="add del">
          <ac:chgData name="James Sommer" userId="f395cb0f48012637" providerId="LiveId" clId="{34771835-4086-455F-872F-59CD976742FC}" dt="2023-12-01T19:58:38.865" v="617" actId="22"/>
          <ac:picMkLst>
            <pc:docMk/>
            <pc:sldMk cId="3986897344" sldId="333"/>
            <ac:picMk id="5" creationId="{B8A6E4EC-CA2B-549C-2A68-C1AA99ABEBDB}"/>
          </ac:picMkLst>
        </pc:picChg>
        <pc:picChg chg="add mod">
          <ac:chgData name="James Sommer" userId="f395cb0f48012637" providerId="LiveId" clId="{34771835-4086-455F-872F-59CD976742FC}" dt="2023-12-01T19:59:00.291" v="624" actId="14100"/>
          <ac:picMkLst>
            <pc:docMk/>
            <pc:sldMk cId="3986897344" sldId="333"/>
            <ac:picMk id="6" creationId="{90CCB645-4E26-8578-4539-100C204FA34C}"/>
          </ac:picMkLst>
        </pc:picChg>
      </pc:sldChg>
    </pc:docChg>
  </pc:docChgLst>
  <pc:docChgLst>
    <pc:chgData name="James Sommer" userId="f395cb0f48012637" providerId="LiveId" clId="{A303BCAF-5EEC-49B1-889A-81DCEF51F401}"/>
    <pc:docChg chg="modSld">
      <pc:chgData name="James Sommer" userId="f395cb0f48012637" providerId="LiveId" clId="{A303BCAF-5EEC-49B1-889A-81DCEF51F401}" dt="2023-11-30T20:40:56.690" v="2" actId="14100"/>
      <pc:docMkLst>
        <pc:docMk/>
      </pc:docMkLst>
      <pc:sldChg chg="modSp mod">
        <pc:chgData name="James Sommer" userId="f395cb0f48012637" providerId="LiveId" clId="{A303BCAF-5EEC-49B1-889A-81DCEF51F401}" dt="2023-11-30T20:40:56.690" v="2" actId="14100"/>
        <pc:sldMkLst>
          <pc:docMk/>
          <pc:sldMk cId="760487606" sldId="256"/>
        </pc:sldMkLst>
        <pc:spChg chg="mod">
          <ac:chgData name="James Sommer" userId="f395cb0f48012637" providerId="LiveId" clId="{A303BCAF-5EEC-49B1-889A-81DCEF51F401}" dt="2023-11-30T20:40:56.690" v="2" actId="14100"/>
          <ac:spMkLst>
            <pc:docMk/>
            <pc:sldMk cId="760487606" sldId="256"/>
            <ac:spMk id="2" creationId="{00000000-0000-0000-0000-000000000000}"/>
          </ac:spMkLst>
        </pc:spChg>
      </pc:sldChg>
    </pc:docChg>
  </pc:docChgLst>
  <pc:docChgLst>
    <pc:chgData name="Tyrone Clinton" userId="2714a063-c28e-4352-8623-706539b18aa4" providerId="ADAL" clId="{0E069DDA-AA02-4EC8-8173-8A59154A5297}"/>
    <pc:docChg chg="modSld">
      <pc:chgData name="Tyrone Clinton" userId="2714a063-c28e-4352-8623-706539b18aa4" providerId="ADAL" clId="{0E069DDA-AA02-4EC8-8173-8A59154A5297}" dt="2021-08-29T23:56:55.716" v="2"/>
      <pc:docMkLst>
        <pc:docMk/>
      </pc:docMkLst>
      <pc:sldChg chg="modSp">
        <pc:chgData name="Tyrone Clinton" userId="2714a063-c28e-4352-8623-706539b18aa4" providerId="ADAL" clId="{0E069DDA-AA02-4EC8-8173-8A59154A5297}" dt="2021-08-29T23:56:55.716" v="2"/>
        <pc:sldMkLst>
          <pc:docMk/>
          <pc:sldMk cId="3150149121" sldId="339"/>
        </pc:sldMkLst>
        <pc:spChg chg="mod">
          <ac:chgData name="Tyrone Clinton" userId="2714a063-c28e-4352-8623-706539b18aa4" providerId="ADAL" clId="{0E069DDA-AA02-4EC8-8173-8A59154A5297}" dt="2021-08-29T23:56:55.716" v="2"/>
          <ac:spMkLst>
            <pc:docMk/>
            <pc:sldMk cId="3150149121" sldId="339"/>
            <ac:spMk id="3" creationId="{00000000-0000-0000-0000-000000000000}"/>
          </ac:spMkLst>
        </pc:spChg>
      </pc:sldChg>
      <pc:sldChg chg="modSp">
        <pc:chgData name="Tyrone Clinton" userId="2714a063-c28e-4352-8623-706539b18aa4" providerId="ADAL" clId="{0E069DDA-AA02-4EC8-8173-8A59154A5297}" dt="2021-08-29T23:56:38.775" v="1" actId="20578"/>
        <pc:sldMkLst>
          <pc:docMk/>
          <pc:sldMk cId="3560281726" sldId="340"/>
        </pc:sldMkLst>
        <pc:spChg chg="mod">
          <ac:chgData name="Tyrone Clinton" userId="2714a063-c28e-4352-8623-706539b18aa4" providerId="ADAL" clId="{0E069DDA-AA02-4EC8-8173-8A59154A5297}" dt="2021-08-29T23:56:38.775" v="1" actId="20578"/>
          <ac:spMkLst>
            <pc:docMk/>
            <pc:sldMk cId="3560281726" sldId="340"/>
            <ac:spMk id="3" creationId="{00000000-0000-0000-0000-000000000000}"/>
          </ac:spMkLst>
        </pc:spChg>
      </pc:sldChg>
    </pc:docChg>
  </pc:docChgLst>
  <pc:docChgLst>
    <pc:chgData name="James Sommer" userId="f395cb0f48012637" providerId="LiveId" clId="{874A0D23-FF0E-40CD-AE58-C898E543E245}"/>
    <pc:docChg chg="addSld delSld modSld">
      <pc:chgData name="James Sommer" userId="f395cb0f48012637" providerId="LiveId" clId="{874A0D23-FF0E-40CD-AE58-C898E543E245}" dt="2023-11-30T20:35:05.699" v="52" actId="2696"/>
      <pc:docMkLst>
        <pc:docMk/>
      </pc:docMkLst>
      <pc:sldChg chg="modSp mod">
        <pc:chgData name="James Sommer" userId="f395cb0f48012637" providerId="LiveId" clId="{874A0D23-FF0E-40CD-AE58-C898E543E245}" dt="2023-11-30T20:33:09.619" v="31" actId="20577"/>
        <pc:sldMkLst>
          <pc:docMk/>
          <pc:sldMk cId="760487606" sldId="256"/>
        </pc:sldMkLst>
        <pc:spChg chg="mod">
          <ac:chgData name="James Sommer" userId="f395cb0f48012637" providerId="LiveId" clId="{874A0D23-FF0E-40CD-AE58-C898E543E245}" dt="2023-11-30T20:33:09.619" v="31" actId="20577"/>
          <ac:spMkLst>
            <pc:docMk/>
            <pc:sldMk cId="760487606" sldId="256"/>
            <ac:spMk id="2" creationId="{00000000-0000-0000-0000-000000000000}"/>
          </ac:spMkLst>
        </pc:spChg>
      </pc:sldChg>
      <pc:sldChg chg="del">
        <pc:chgData name="James Sommer" userId="f395cb0f48012637" providerId="LiveId" clId="{874A0D23-FF0E-40CD-AE58-C898E543E245}" dt="2023-11-30T20:34:44.592" v="46" actId="2696"/>
        <pc:sldMkLst>
          <pc:docMk/>
          <pc:sldMk cId="2627817742" sldId="310"/>
        </pc:sldMkLst>
      </pc:sldChg>
      <pc:sldChg chg="modSp mod modAnim">
        <pc:chgData name="James Sommer" userId="f395cb0f48012637" providerId="LiveId" clId="{874A0D23-FF0E-40CD-AE58-C898E543E245}" dt="2023-11-30T20:33:36.307" v="35" actId="6549"/>
        <pc:sldMkLst>
          <pc:docMk/>
          <pc:sldMk cId="3222839442" sldId="311"/>
        </pc:sldMkLst>
        <pc:spChg chg="mod">
          <ac:chgData name="James Sommer" userId="f395cb0f48012637" providerId="LiveId" clId="{874A0D23-FF0E-40CD-AE58-C898E543E245}" dt="2023-11-30T20:33:36.307" v="35" actId="6549"/>
          <ac:spMkLst>
            <pc:docMk/>
            <pc:sldMk cId="3222839442" sldId="311"/>
            <ac:spMk id="2" creationId="{00000000-0000-0000-0000-000000000000}"/>
          </ac:spMkLst>
        </pc:spChg>
        <pc:spChg chg="mod">
          <ac:chgData name="James Sommer" userId="f395cb0f48012637" providerId="LiveId" clId="{874A0D23-FF0E-40CD-AE58-C898E543E245}" dt="2023-11-30T20:33:33.462" v="34" actId="6549"/>
          <ac:spMkLst>
            <pc:docMk/>
            <pc:sldMk cId="3222839442" sldId="311"/>
            <ac:spMk id="3" creationId="{00000000-0000-0000-0000-000000000000}"/>
          </ac:spMkLst>
        </pc:spChg>
      </pc:sldChg>
      <pc:sldChg chg="del">
        <pc:chgData name="James Sommer" userId="f395cb0f48012637" providerId="LiveId" clId="{874A0D23-FF0E-40CD-AE58-C898E543E245}" dt="2023-11-30T20:33:45.494" v="36" actId="2696"/>
        <pc:sldMkLst>
          <pc:docMk/>
          <pc:sldMk cId="2959213992" sldId="312"/>
        </pc:sldMkLst>
      </pc:sldChg>
      <pc:sldChg chg="del">
        <pc:chgData name="James Sommer" userId="f395cb0f48012637" providerId="LiveId" clId="{874A0D23-FF0E-40CD-AE58-C898E543E245}" dt="2023-11-30T20:34:41.972" v="45" actId="2696"/>
        <pc:sldMkLst>
          <pc:docMk/>
          <pc:sldMk cId="797776030" sldId="314"/>
        </pc:sldMkLst>
      </pc:sldChg>
      <pc:sldChg chg="del">
        <pc:chgData name="James Sommer" userId="f395cb0f48012637" providerId="LiveId" clId="{874A0D23-FF0E-40CD-AE58-C898E543E245}" dt="2023-11-30T20:34:48.821" v="47" actId="2696"/>
        <pc:sldMkLst>
          <pc:docMk/>
          <pc:sldMk cId="4121394246" sldId="315"/>
        </pc:sldMkLst>
      </pc:sldChg>
      <pc:sldChg chg="del">
        <pc:chgData name="James Sommer" userId="f395cb0f48012637" providerId="LiveId" clId="{874A0D23-FF0E-40CD-AE58-C898E543E245}" dt="2023-11-30T20:34:51.399" v="48" actId="2696"/>
        <pc:sldMkLst>
          <pc:docMk/>
          <pc:sldMk cId="4202369236" sldId="316"/>
        </pc:sldMkLst>
      </pc:sldChg>
      <pc:sldChg chg="del">
        <pc:chgData name="James Sommer" userId="f395cb0f48012637" providerId="LiveId" clId="{874A0D23-FF0E-40CD-AE58-C898E543E245}" dt="2023-11-30T20:34:55.653" v="49" actId="2696"/>
        <pc:sldMkLst>
          <pc:docMk/>
          <pc:sldMk cId="401177250" sldId="317"/>
        </pc:sldMkLst>
      </pc:sldChg>
      <pc:sldChg chg="modSp mod modAnim">
        <pc:chgData name="James Sommer" userId="f395cb0f48012637" providerId="LiveId" clId="{874A0D23-FF0E-40CD-AE58-C898E543E245}" dt="2023-11-30T20:33:28.531" v="33" actId="6549"/>
        <pc:sldMkLst>
          <pc:docMk/>
          <pc:sldMk cId="2656068651" sldId="318"/>
        </pc:sldMkLst>
        <pc:spChg chg="mod">
          <ac:chgData name="James Sommer" userId="f395cb0f48012637" providerId="LiveId" clId="{874A0D23-FF0E-40CD-AE58-C898E543E245}" dt="2023-11-30T20:33:28.531" v="33" actId="6549"/>
          <ac:spMkLst>
            <pc:docMk/>
            <pc:sldMk cId="2656068651" sldId="318"/>
            <ac:spMk id="2" creationId="{00000000-0000-0000-0000-000000000000}"/>
          </ac:spMkLst>
        </pc:spChg>
        <pc:spChg chg="mod">
          <ac:chgData name="James Sommer" userId="f395cb0f48012637" providerId="LiveId" clId="{874A0D23-FF0E-40CD-AE58-C898E543E245}" dt="2023-11-30T20:33:24.779" v="32" actId="6549"/>
          <ac:spMkLst>
            <pc:docMk/>
            <pc:sldMk cId="2656068651" sldId="318"/>
            <ac:spMk id="3" creationId="{00000000-0000-0000-0000-000000000000}"/>
          </ac:spMkLst>
        </pc:spChg>
      </pc:sldChg>
      <pc:sldChg chg="del">
        <pc:chgData name="James Sommer" userId="f395cb0f48012637" providerId="LiveId" clId="{874A0D23-FF0E-40CD-AE58-C898E543E245}" dt="2023-11-30T20:34:30.465" v="42" actId="2696"/>
        <pc:sldMkLst>
          <pc:docMk/>
          <pc:sldMk cId="4045739854" sldId="327"/>
        </pc:sldMkLst>
      </pc:sldChg>
      <pc:sldChg chg="del">
        <pc:chgData name="James Sommer" userId="f395cb0f48012637" providerId="LiveId" clId="{874A0D23-FF0E-40CD-AE58-C898E543E245}" dt="2023-11-30T20:34:13.790" v="39" actId="2696"/>
        <pc:sldMkLst>
          <pc:docMk/>
          <pc:sldMk cId="4252290604" sldId="328"/>
        </pc:sldMkLst>
      </pc:sldChg>
      <pc:sldChg chg="del">
        <pc:chgData name="James Sommer" userId="f395cb0f48012637" providerId="LiveId" clId="{874A0D23-FF0E-40CD-AE58-C898E543E245}" dt="2023-11-30T20:34:19.714" v="40" actId="2696"/>
        <pc:sldMkLst>
          <pc:docMk/>
          <pc:sldMk cId="1971830365" sldId="329"/>
        </pc:sldMkLst>
      </pc:sldChg>
      <pc:sldChg chg="del">
        <pc:chgData name="James Sommer" userId="f395cb0f48012637" providerId="LiveId" clId="{874A0D23-FF0E-40CD-AE58-C898E543E245}" dt="2023-11-30T20:34:58.608" v="50" actId="2696"/>
        <pc:sldMkLst>
          <pc:docMk/>
          <pc:sldMk cId="3929535692" sldId="330"/>
        </pc:sldMkLst>
      </pc:sldChg>
      <pc:sldChg chg="del">
        <pc:chgData name="James Sommer" userId="f395cb0f48012637" providerId="LiveId" clId="{874A0D23-FF0E-40CD-AE58-C898E543E245}" dt="2023-11-30T20:35:05.699" v="52" actId="2696"/>
        <pc:sldMkLst>
          <pc:docMk/>
          <pc:sldMk cId="2981556149" sldId="331"/>
        </pc:sldMkLst>
      </pc:sldChg>
      <pc:sldChg chg="del">
        <pc:chgData name="James Sommer" userId="f395cb0f48012637" providerId="LiveId" clId="{874A0D23-FF0E-40CD-AE58-C898E543E245}" dt="2023-11-30T20:34:35.892" v="44" actId="2696"/>
        <pc:sldMkLst>
          <pc:docMk/>
          <pc:sldMk cId="2621927265" sldId="332"/>
        </pc:sldMkLst>
      </pc:sldChg>
      <pc:sldChg chg="del">
        <pc:chgData name="James Sommer" userId="f395cb0f48012637" providerId="LiveId" clId="{874A0D23-FF0E-40CD-AE58-C898E543E245}" dt="2023-11-30T20:34:32.989" v="43" actId="2696"/>
        <pc:sldMkLst>
          <pc:docMk/>
          <pc:sldMk cId="3150149121" sldId="339"/>
        </pc:sldMkLst>
      </pc:sldChg>
      <pc:sldChg chg="del">
        <pc:chgData name="James Sommer" userId="f395cb0f48012637" providerId="LiveId" clId="{874A0D23-FF0E-40CD-AE58-C898E543E245}" dt="2023-11-30T20:34:30.465" v="42" actId="2696"/>
        <pc:sldMkLst>
          <pc:docMk/>
          <pc:sldMk cId="3560281726" sldId="340"/>
        </pc:sldMkLst>
      </pc:sldChg>
      <pc:sldChg chg="del">
        <pc:chgData name="James Sommer" userId="f395cb0f48012637" providerId="LiveId" clId="{874A0D23-FF0E-40CD-AE58-C898E543E245}" dt="2023-11-30T20:34:30.465" v="42" actId="2696"/>
        <pc:sldMkLst>
          <pc:docMk/>
          <pc:sldMk cId="3781501632" sldId="341"/>
        </pc:sldMkLst>
      </pc:sldChg>
      <pc:sldChg chg="del">
        <pc:chgData name="James Sommer" userId="f395cb0f48012637" providerId="LiveId" clId="{874A0D23-FF0E-40CD-AE58-C898E543E245}" dt="2023-11-30T20:34:24.615" v="41" actId="2696"/>
        <pc:sldMkLst>
          <pc:docMk/>
          <pc:sldMk cId="1303757122" sldId="342"/>
        </pc:sldMkLst>
      </pc:sldChg>
      <pc:sldChg chg="del">
        <pc:chgData name="James Sommer" userId="f395cb0f48012637" providerId="LiveId" clId="{874A0D23-FF0E-40CD-AE58-C898E543E245}" dt="2023-11-30T20:35:02.296" v="51" actId="2696"/>
        <pc:sldMkLst>
          <pc:docMk/>
          <pc:sldMk cId="236172785" sldId="343"/>
        </pc:sldMkLst>
      </pc:sldChg>
      <pc:sldChg chg="add del">
        <pc:chgData name="James Sommer" userId="f395cb0f48012637" providerId="LiveId" clId="{874A0D23-FF0E-40CD-AE58-C898E543E245}" dt="2023-11-30T20:34:10.029" v="38" actId="2696"/>
        <pc:sldMkLst>
          <pc:docMk/>
          <pc:sldMk cId="2057053896" sldId="344"/>
        </pc:sldMkLst>
      </pc:sldChg>
      <pc:sldChg chg="add del replId">
        <pc:chgData name="James Sommer" userId="f395cb0f48012637" providerId="LiveId" clId="{874A0D23-FF0E-40CD-AE58-C898E543E245}" dt="2023-11-30T20:34:10.029" v="38" actId="2696"/>
        <pc:sldMkLst>
          <pc:docMk/>
          <pc:sldMk cId="338309512" sldId="345"/>
        </pc:sldMkLst>
      </pc:sldChg>
      <pc:sldChg chg="add del replId">
        <pc:chgData name="James Sommer" userId="f395cb0f48012637" providerId="LiveId" clId="{874A0D23-FF0E-40CD-AE58-C898E543E245}" dt="2023-11-30T20:34:10.029" v="38" actId="2696"/>
        <pc:sldMkLst>
          <pc:docMk/>
          <pc:sldMk cId="3722293337" sldId="346"/>
        </pc:sldMkLst>
      </pc:sldChg>
      <pc:sldChg chg="add del replId">
        <pc:chgData name="James Sommer" userId="f395cb0f48012637" providerId="LiveId" clId="{874A0D23-FF0E-40CD-AE58-C898E543E245}" dt="2023-11-30T20:34:10.029" v="38" actId="2696"/>
        <pc:sldMkLst>
          <pc:docMk/>
          <pc:sldMk cId="3235734311" sldId="347"/>
        </pc:sldMkLst>
      </pc:sldChg>
      <pc:sldChg chg="add del replId">
        <pc:chgData name="James Sommer" userId="f395cb0f48012637" providerId="LiveId" clId="{874A0D23-FF0E-40CD-AE58-C898E543E245}" dt="2023-11-30T20:34:10.029" v="38" actId="2696"/>
        <pc:sldMkLst>
          <pc:docMk/>
          <pc:sldMk cId="2841220328" sldId="348"/>
        </pc:sldMkLst>
      </pc:sldChg>
      <pc:sldChg chg="add del replId">
        <pc:chgData name="James Sommer" userId="f395cb0f48012637" providerId="LiveId" clId="{874A0D23-FF0E-40CD-AE58-C898E543E245}" dt="2023-11-30T20:34:10.029" v="38" actId="2696"/>
        <pc:sldMkLst>
          <pc:docMk/>
          <pc:sldMk cId="499866817" sldId="34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9/16/2026</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9/16/2026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http://www.vernier.com/mbl/images/labpro.jp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637121"/>
            <a:ext cx="6951133" cy="1646302"/>
          </a:xfrm>
        </p:spPr>
        <p:txBody>
          <a:bodyPr/>
          <a:lstStyle/>
          <a:p>
            <a:pPr algn="l"/>
            <a:r>
              <a:rPr lang="en-US" dirty="0">
                <a:solidFill>
                  <a:srgbClr val="1391BC"/>
                </a:solidFill>
              </a:rPr>
              <a:t>Lab4: Graph Matching</a:t>
            </a:r>
          </a:p>
        </p:txBody>
      </p:sp>
      <p:sp>
        <p:nvSpPr>
          <p:cNvPr id="3" name="Subtitle 2"/>
          <p:cNvSpPr>
            <a:spLocks noGrp="1"/>
          </p:cNvSpPr>
          <p:nvPr>
            <p:ph type="subTitle" idx="1"/>
          </p:nvPr>
        </p:nvSpPr>
        <p:spPr>
          <a:xfrm>
            <a:off x="1507067" y="2698286"/>
            <a:ext cx="7766936" cy="1096899"/>
          </a:xfrm>
        </p:spPr>
        <p:txBody>
          <a:bodyPr>
            <a:normAutofit/>
          </a:bodyPr>
          <a:lstStyle/>
          <a:p>
            <a:r>
              <a:rPr lang="en-US" dirty="0"/>
              <a:t>St. Petersburg College</a:t>
            </a:r>
          </a:p>
          <a:p>
            <a:endParaRPr lang="en-US" dirty="0"/>
          </a:p>
        </p:txBody>
      </p:sp>
      <p:pic>
        <p:nvPicPr>
          <p:cNvPr id="4" name="Picture 3" descr="St. Petersburg College logo with a blue and white circular design and the college nam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133" y="4210048"/>
            <a:ext cx="1828804" cy="1828804"/>
          </a:xfrm>
          <a:prstGeom prst="rect">
            <a:avLst/>
          </a:prstGeom>
        </p:spPr>
      </p:pic>
    </p:spTree>
    <p:extLst>
      <p:ext uri="{BB962C8B-B14F-4D97-AF65-F5344CB8AC3E}">
        <p14:creationId xmlns:p14="http://schemas.microsoft.com/office/powerpoint/2010/main" val="760487606"/>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2500" fill="hold"/>
                                        <p:tgtEl>
                                          <p:spTgt spid="4"/>
                                        </p:tgtEl>
                                        <p:attrNameLst>
                                          <p:attrName>ppt_x</p:attrName>
                                        </p:attrNameLst>
                                      </p:cBhvr>
                                      <p:tavLst>
                                        <p:tav tm="0">
                                          <p:val>
                                            <p:strVal val="#ppt_x"/>
                                          </p:val>
                                        </p:tav>
                                        <p:tav tm="100000">
                                          <p:val>
                                            <p:strVal val="#ppt_x"/>
                                          </p:val>
                                        </p:tav>
                                      </p:tavLst>
                                    </p:anim>
                                    <p:anim calcmode="lin" valueType="num">
                                      <p:cBhvr additive="base">
                                        <p:cTn id="12" dur="2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20620"/>
          </a:xfrm>
        </p:spPr>
        <p:txBody>
          <a:bodyPr/>
          <a:lstStyle/>
          <a:p>
            <a:r>
              <a:rPr lang="en-US" dirty="0">
                <a:solidFill>
                  <a:srgbClr val="1391BC"/>
                </a:solidFill>
              </a:rPr>
              <a:t>Objective</a:t>
            </a:r>
          </a:p>
        </p:txBody>
      </p:sp>
      <p:sp>
        <p:nvSpPr>
          <p:cNvPr id="3" name="Content Placeholder 2"/>
          <p:cNvSpPr>
            <a:spLocks noGrp="1"/>
          </p:cNvSpPr>
          <p:nvPr>
            <p:ph idx="1"/>
          </p:nvPr>
        </p:nvSpPr>
        <p:spPr>
          <a:xfrm>
            <a:off x="677334" y="2160589"/>
            <a:ext cx="8596668" cy="4525961"/>
          </a:xfrm>
        </p:spPr>
        <p:txBody>
          <a:bodyPr>
            <a:normAutofit lnSpcReduction="10000"/>
          </a:bodyPr>
          <a:lstStyle/>
          <a:p>
            <a:r>
              <a:rPr lang="en-US" sz="4000" dirty="0"/>
              <a:t>Analyze motion using graphical representations. In particular, you will:</a:t>
            </a:r>
          </a:p>
          <a:p>
            <a:r>
              <a:rPr lang="en-US" sz="4000" dirty="0"/>
              <a:t>•	Predict, sketch, and test position vs. time kinematics graphs</a:t>
            </a:r>
          </a:p>
          <a:p>
            <a:r>
              <a:rPr lang="en-US" sz="4000" dirty="0"/>
              <a:t>•	Predict, sketch, and test velocity vs. time kinematics graphs</a:t>
            </a:r>
          </a:p>
          <a:p>
            <a:endParaRPr lang="en-US" sz="4000" dirty="0"/>
          </a:p>
        </p:txBody>
      </p:sp>
    </p:spTree>
    <p:extLst>
      <p:ext uri="{BB962C8B-B14F-4D97-AF65-F5344CB8AC3E}">
        <p14:creationId xmlns:p14="http://schemas.microsoft.com/office/powerpoint/2010/main" val="26560686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1391BC"/>
                </a:solidFill>
              </a:rPr>
              <a:t>Introduction</a:t>
            </a:r>
          </a:p>
        </p:txBody>
      </p:sp>
      <p:sp>
        <p:nvSpPr>
          <p:cNvPr id="3" name="Content Placeholder 2"/>
          <p:cNvSpPr>
            <a:spLocks noGrp="1"/>
          </p:cNvSpPr>
          <p:nvPr>
            <p:ph idx="1"/>
          </p:nvPr>
        </p:nvSpPr>
        <p:spPr>
          <a:xfrm>
            <a:off x="677334" y="2160589"/>
            <a:ext cx="8596668" cy="3484431"/>
          </a:xfrm>
        </p:spPr>
        <p:txBody>
          <a:bodyPr>
            <a:noAutofit/>
          </a:bodyPr>
          <a:lstStyle/>
          <a:p>
            <a:r>
              <a:rPr lang="en-US" sz="2400" dirty="0"/>
              <a:t>One of the most effective methods of describing motion is to plot graphs of position, velocity, and acceleration </a:t>
            </a:r>
            <a:r>
              <a:rPr lang="en-US" sz="2400" i="1" dirty="0"/>
              <a:t>vs</a:t>
            </a:r>
            <a:r>
              <a:rPr lang="en-US" sz="2400" dirty="0"/>
              <a:t>. time. From such a graphical representation, it is possible to determine in what direction an object is going, how fast it is moving, how far it traveled, and whether it is speeding up or slowing down. In this experiment, you will use a Motion Detector to determine this information by plotting a real time graph of motion.</a:t>
            </a:r>
          </a:p>
          <a:p>
            <a:endParaRPr lang="en-US" sz="4800" dirty="0"/>
          </a:p>
        </p:txBody>
      </p:sp>
    </p:spTree>
    <p:extLst>
      <p:ext uri="{BB962C8B-B14F-4D97-AF65-F5344CB8AC3E}">
        <p14:creationId xmlns:p14="http://schemas.microsoft.com/office/powerpoint/2010/main" val="32228394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C5E1-27BE-06CF-B8CC-0BBA28B0DEE3}"/>
              </a:ext>
            </a:extLst>
          </p:cNvPr>
          <p:cNvSpPr>
            <a:spLocks noGrp="1"/>
          </p:cNvSpPr>
          <p:nvPr>
            <p:ph type="title"/>
          </p:nvPr>
        </p:nvSpPr>
        <p:spPr>
          <a:xfrm>
            <a:off x="677333" y="86015"/>
            <a:ext cx="8596668" cy="696686"/>
          </a:xfrm>
        </p:spPr>
        <p:txBody>
          <a:bodyPr>
            <a:normAutofit/>
          </a:bodyPr>
          <a:lstStyle/>
          <a:p>
            <a:r>
              <a:rPr lang="en-US" dirty="0" err="1">
                <a:solidFill>
                  <a:srgbClr val="1391BC"/>
                </a:solidFill>
              </a:rPr>
              <a:t>LabPro</a:t>
            </a:r>
            <a:r>
              <a:rPr lang="en-US" dirty="0">
                <a:solidFill>
                  <a:srgbClr val="1391BC"/>
                </a:solidFill>
              </a:rPr>
              <a:t> Interface</a:t>
            </a:r>
          </a:p>
        </p:txBody>
      </p:sp>
      <p:sp>
        <p:nvSpPr>
          <p:cNvPr id="3" name="Content Placeholder 2">
            <a:extLst>
              <a:ext uri="{FF2B5EF4-FFF2-40B4-BE49-F238E27FC236}">
                <a16:creationId xmlns:a16="http://schemas.microsoft.com/office/drawing/2014/main" id="{5E3AE7DC-C872-9FA1-AA4E-333DF01D2B79}"/>
              </a:ext>
            </a:extLst>
          </p:cNvPr>
          <p:cNvSpPr>
            <a:spLocks noGrp="1"/>
          </p:cNvSpPr>
          <p:nvPr>
            <p:ph idx="1"/>
          </p:nvPr>
        </p:nvSpPr>
        <p:spPr>
          <a:xfrm>
            <a:off x="447029" y="1282173"/>
            <a:ext cx="7450975" cy="5078434"/>
          </a:xfrm>
        </p:spPr>
        <p:txBody>
          <a:bodyPr>
            <a:normAutofit/>
          </a:bodyPr>
          <a:lstStyle/>
          <a:p>
            <a:r>
              <a:rPr lang="en-US" dirty="0"/>
              <a:t>Logger Pro software will be used to collect data using the </a:t>
            </a:r>
            <a:r>
              <a:rPr lang="en-US" dirty="0" err="1"/>
              <a:t>LabPro</a:t>
            </a:r>
            <a:r>
              <a:rPr lang="en-US" dirty="0"/>
              <a:t> interface. For this lab, a motion detector will be attached to the </a:t>
            </a:r>
            <a:r>
              <a:rPr lang="en-US" dirty="0" err="1"/>
              <a:t>LabPro</a:t>
            </a:r>
            <a:r>
              <a:rPr lang="en-US" dirty="0"/>
              <a:t>. The Motion Detector measures the time it takes for a high frequency sound pulse to travel from the detector to an object and back.</a:t>
            </a:r>
          </a:p>
          <a:p>
            <a:r>
              <a:rPr lang="en-US" dirty="0"/>
              <a:t> Using this round-trip time and the speed of sound, you can determine the position of the object. Logger Pro will perform this calculation for you. </a:t>
            </a:r>
          </a:p>
          <a:p>
            <a:r>
              <a:rPr lang="en-US" dirty="0"/>
              <a:t>It can then use the change in position to calculate the object’s velocity and acceleration. </a:t>
            </a:r>
          </a:p>
          <a:p>
            <a:r>
              <a:rPr lang="en-US" dirty="0"/>
              <a:t>All of this information can be displayed either as a table or a graph.</a:t>
            </a:r>
          </a:p>
          <a:p>
            <a:r>
              <a:rPr lang="en-US" dirty="0"/>
              <a:t> A qualitative analysis of the graphs of motion will help you develop an understanding of the concepts of kinematics</a:t>
            </a:r>
          </a:p>
        </p:txBody>
      </p:sp>
      <p:pic>
        <p:nvPicPr>
          <p:cNvPr id="4" name="Picture 3" descr="A CD labeled 'Logger Pro 3' with a circular hole in the center.">
            <a:extLst>
              <a:ext uri="{FF2B5EF4-FFF2-40B4-BE49-F238E27FC236}">
                <a16:creationId xmlns:a16="http://schemas.microsoft.com/office/drawing/2014/main" id="{413B688A-BBF3-52DA-A53E-182E703F41C0}"/>
              </a:ext>
            </a:extLst>
          </p:cNvPr>
          <p:cNvPicPr>
            <a:picLocks noChangeAspect="1"/>
          </p:cNvPicPr>
          <p:nvPr/>
        </p:nvPicPr>
        <p:blipFill>
          <a:blip r:embed="rId2"/>
          <a:stretch>
            <a:fillRect/>
          </a:stretch>
        </p:blipFill>
        <p:spPr>
          <a:xfrm>
            <a:off x="8797993" y="1664928"/>
            <a:ext cx="1889981" cy="1889981"/>
          </a:xfrm>
          <a:prstGeom prst="rect">
            <a:avLst/>
          </a:prstGeom>
        </p:spPr>
      </p:pic>
      <p:sp>
        <p:nvSpPr>
          <p:cNvPr id="5" name="Rectangle 5">
            <a:extLst>
              <a:ext uri="{FF2B5EF4-FFF2-40B4-BE49-F238E27FC236}">
                <a16:creationId xmlns:a16="http://schemas.microsoft.com/office/drawing/2014/main" id="{E6ECFE32-81E2-9A9E-FDBA-7E84D15BFA42}"/>
              </a:ext>
            </a:extLst>
          </p:cNvPr>
          <p:cNvSpPr>
            <a:spLocks noChangeArrowheads="1"/>
          </p:cNvSpPr>
          <p:nvPr/>
        </p:nvSpPr>
        <p:spPr bwMode="auto">
          <a:xfrm>
            <a:off x="1347018" y="3326309"/>
            <a:ext cx="16272997" cy="567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Rectangle 6">
            <a:extLst>
              <a:ext uri="{FF2B5EF4-FFF2-40B4-BE49-F238E27FC236}">
                <a16:creationId xmlns:a16="http://schemas.microsoft.com/office/drawing/2014/main" id="{D6DB9E25-1056-2715-52BA-7AB0959954C0}"/>
              </a:ext>
            </a:extLst>
          </p:cNvPr>
          <p:cNvSpPr>
            <a:spLocks noChangeArrowheads="1"/>
          </p:cNvSpPr>
          <p:nvPr/>
        </p:nvSpPr>
        <p:spPr bwMode="auto">
          <a:xfrm>
            <a:off x="1347018" y="3783509"/>
            <a:ext cx="16272997" cy="567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102189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F7A85-52F2-4341-9F9E-F0E1C66F48A5}"/>
              </a:ext>
            </a:extLst>
          </p:cNvPr>
          <p:cNvSpPr>
            <a:spLocks noGrp="1"/>
          </p:cNvSpPr>
          <p:nvPr>
            <p:ph type="title"/>
          </p:nvPr>
        </p:nvSpPr>
        <p:spPr>
          <a:xfrm>
            <a:off x="677334" y="609600"/>
            <a:ext cx="8596668" cy="599768"/>
          </a:xfrm>
        </p:spPr>
        <p:txBody>
          <a:bodyPr>
            <a:normAutofit fontScale="90000"/>
          </a:bodyPr>
          <a:lstStyle/>
          <a:p>
            <a:r>
              <a:rPr lang="en-US" dirty="0">
                <a:solidFill>
                  <a:srgbClr val="1391BC"/>
                </a:solidFill>
              </a:rPr>
              <a:t>Apparatus</a:t>
            </a:r>
          </a:p>
        </p:txBody>
      </p:sp>
      <p:sp>
        <p:nvSpPr>
          <p:cNvPr id="3" name="Content Placeholder 2">
            <a:extLst>
              <a:ext uri="{FF2B5EF4-FFF2-40B4-BE49-F238E27FC236}">
                <a16:creationId xmlns:a16="http://schemas.microsoft.com/office/drawing/2014/main" id="{B235236D-8085-9467-8686-C8213F308AE8}"/>
              </a:ext>
            </a:extLst>
          </p:cNvPr>
          <p:cNvSpPr>
            <a:spLocks noGrp="1"/>
          </p:cNvSpPr>
          <p:nvPr>
            <p:ph idx="1"/>
          </p:nvPr>
        </p:nvSpPr>
        <p:spPr>
          <a:xfrm>
            <a:off x="529850" y="2926708"/>
            <a:ext cx="8596668" cy="1815743"/>
          </a:xfrm>
        </p:spPr>
        <p:txBody>
          <a:bodyPr>
            <a:normAutofit/>
          </a:bodyPr>
          <a:lstStyle/>
          <a:p>
            <a:pPr marL="0" indent="0">
              <a:buNone/>
            </a:pPr>
            <a:r>
              <a:rPr lang="en-US" sz="2400" dirty="0"/>
              <a:t>								</a:t>
            </a:r>
            <a:endParaRPr lang="en-US" dirty="0"/>
          </a:p>
        </p:txBody>
      </p:sp>
      <p:pic>
        <p:nvPicPr>
          <p:cNvPr id="4" name="Picture 2" descr="A teal-colored motion detector device with a circular sensor and a black base.">
            <a:extLst>
              <a:ext uri="{FF2B5EF4-FFF2-40B4-BE49-F238E27FC236}">
                <a16:creationId xmlns:a16="http://schemas.microsoft.com/office/drawing/2014/main" id="{2E7A78D4-1845-D217-5B04-91A57ECFBE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5323" y="3662517"/>
            <a:ext cx="1361582" cy="293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Vernier LabPro data collection device with a black body and control buttons on top.">
            <a:extLst>
              <a:ext uri="{FF2B5EF4-FFF2-40B4-BE49-F238E27FC236}">
                <a16:creationId xmlns:a16="http://schemas.microsoft.com/office/drawing/2014/main" id="{1AF7D7A2-C5E3-9A47-3E30-C66067FFFC1F}"/>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5785683" y="3241422"/>
            <a:ext cx="1300972" cy="3616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Table 6">
            <a:extLst>
              <a:ext uri="{FF2B5EF4-FFF2-40B4-BE49-F238E27FC236}">
                <a16:creationId xmlns:a16="http://schemas.microsoft.com/office/drawing/2014/main" id="{BE089155-009F-7D6F-9FBB-7799AFCA1374}"/>
              </a:ext>
            </a:extLst>
          </p:cNvPr>
          <p:cNvGraphicFramePr>
            <a:graphicFrameLocks noGrp="1"/>
          </p:cNvGraphicFramePr>
          <p:nvPr>
            <p:extLst>
              <p:ext uri="{D42A27DB-BD31-4B8C-83A1-F6EECF244321}">
                <p14:modId xmlns:p14="http://schemas.microsoft.com/office/powerpoint/2010/main" val="760301238"/>
              </p:ext>
            </p:extLst>
          </p:nvPr>
        </p:nvGraphicFramePr>
        <p:xfrm>
          <a:off x="911668" y="1473678"/>
          <a:ext cx="8128000" cy="11887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644194542"/>
                    </a:ext>
                  </a:extLst>
                </a:gridCol>
                <a:gridCol w="4064000">
                  <a:extLst>
                    <a:ext uri="{9D8B030D-6E8A-4147-A177-3AD203B41FA5}">
                      <a16:colId xmlns:a16="http://schemas.microsoft.com/office/drawing/2014/main" val="78826176"/>
                    </a:ext>
                  </a:extLst>
                </a:gridCol>
              </a:tblGrid>
              <a:tr h="370840">
                <a:tc>
                  <a:txBody>
                    <a:bodyPr/>
                    <a:lstStyle/>
                    <a:p>
                      <a:r>
                        <a:rPr lang="en-US" sz="2000" b="0" dirty="0">
                          <a:solidFill>
                            <a:schemeClr val="tx1"/>
                          </a:solidFill>
                        </a:rPr>
                        <a:t>Computer with Logger Pro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rPr>
                        <a:t>Motion Detector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3429626"/>
                  </a:ext>
                </a:extLst>
              </a:tr>
              <a:tr h="0">
                <a:tc>
                  <a:txBody>
                    <a:bodyPr/>
                    <a:lstStyle/>
                    <a:p>
                      <a:r>
                        <a:rPr lang="en-US" sz="2000" b="0" dirty="0">
                          <a:solidFill>
                            <a:schemeClr val="tx1"/>
                          </a:solidFill>
                        </a:rPr>
                        <a:t>Masking Tape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rPr>
                        <a:t>Meter Stick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2085653"/>
                  </a:ext>
                </a:extLst>
              </a:tr>
              <a:tr h="370840">
                <a:tc>
                  <a:txBody>
                    <a:bodyPr/>
                    <a:lstStyle/>
                    <a:p>
                      <a:r>
                        <a:rPr lang="en-US" sz="2000" b="0" dirty="0">
                          <a:solidFill>
                            <a:schemeClr val="tx1"/>
                          </a:solidFill>
                        </a:rPr>
                        <a:t>Board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solidFill>
                            <a:schemeClr val="tx1"/>
                          </a:solidFill>
                        </a:rPr>
                        <a:t>Vernier </a:t>
                      </a:r>
                      <a:r>
                        <a:rPr lang="en-US" sz="2000" b="0" dirty="0" err="1">
                          <a:solidFill>
                            <a:schemeClr val="tx1"/>
                          </a:solidFill>
                        </a:rPr>
                        <a:t>LabPro</a:t>
                      </a:r>
                      <a:r>
                        <a:rPr lang="en-US" sz="2000" b="0" dirty="0">
                          <a:solidFill>
                            <a:schemeClr val="tx1"/>
                          </a:solidFill>
                        </a:rPr>
                        <a:t> with accessories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5959675"/>
                  </a:ext>
                </a:extLst>
              </a:tr>
            </a:tbl>
          </a:graphicData>
        </a:graphic>
      </p:graphicFrame>
    </p:spTree>
    <p:extLst>
      <p:ext uri="{BB962C8B-B14F-4D97-AF65-F5344CB8AC3E}">
        <p14:creationId xmlns:p14="http://schemas.microsoft.com/office/powerpoint/2010/main" val="2435178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8296-59C2-7299-6F28-0C417B418656}"/>
              </a:ext>
            </a:extLst>
          </p:cNvPr>
          <p:cNvSpPr>
            <a:spLocks noGrp="1"/>
          </p:cNvSpPr>
          <p:nvPr>
            <p:ph type="title"/>
          </p:nvPr>
        </p:nvSpPr>
        <p:spPr>
          <a:xfrm>
            <a:off x="677334" y="200025"/>
            <a:ext cx="8596668" cy="819150"/>
          </a:xfrm>
        </p:spPr>
        <p:txBody>
          <a:bodyPr/>
          <a:lstStyle/>
          <a:p>
            <a:r>
              <a:rPr lang="en-US" dirty="0">
                <a:solidFill>
                  <a:srgbClr val="1391BC"/>
                </a:solidFill>
              </a:rPr>
              <a:t>Procedure: Software</a:t>
            </a:r>
          </a:p>
        </p:txBody>
      </p:sp>
      <p:sp>
        <p:nvSpPr>
          <p:cNvPr id="3" name="Content Placeholder 2">
            <a:extLst>
              <a:ext uri="{FF2B5EF4-FFF2-40B4-BE49-F238E27FC236}">
                <a16:creationId xmlns:a16="http://schemas.microsoft.com/office/drawing/2014/main" id="{24BDE44D-EC8F-F486-D59A-8E7F222D6646}"/>
              </a:ext>
            </a:extLst>
          </p:cNvPr>
          <p:cNvSpPr>
            <a:spLocks noGrp="1"/>
          </p:cNvSpPr>
          <p:nvPr>
            <p:ph idx="1"/>
          </p:nvPr>
        </p:nvSpPr>
        <p:spPr>
          <a:xfrm>
            <a:off x="677334" y="1128713"/>
            <a:ext cx="8596668" cy="4819650"/>
          </a:xfrm>
        </p:spPr>
        <p:txBody>
          <a:bodyPr>
            <a:normAutofit fontScale="92500" lnSpcReduction="20000"/>
          </a:bodyPr>
          <a:lstStyle/>
          <a:p>
            <a:r>
              <a:rPr lang="en-US" sz="2600" dirty="0">
                <a:solidFill>
                  <a:schemeClr val="tx1"/>
                </a:solidFill>
                <a:cs typeface="Times New Roman" pitchFamily="18" charset="0"/>
              </a:rPr>
              <a:t>Look for Logger Pro on desktop and open.</a:t>
            </a:r>
          </a:p>
          <a:p>
            <a:r>
              <a:rPr lang="en-US" sz="2600" dirty="0">
                <a:solidFill>
                  <a:schemeClr val="tx1"/>
                </a:solidFill>
                <a:cs typeface="Times New Roman" pitchFamily="18" charset="0"/>
                <a:sym typeface="Wingdings"/>
              </a:rPr>
              <a:t></a:t>
            </a:r>
            <a:r>
              <a:rPr lang="en-US" sz="2600" dirty="0">
                <a:solidFill>
                  <a:schemeClr val="tx1"/>
                </a:solidFill>
                <a:cs typeface="Times New Roman" pitchFamily="18" charset="0"/>
              </a:rPr>
              <a:t> file </a:t>
            </a:r>
            <a:r>
              <a:rPr lang="en-US" sz="2600" dirty="0">
                <a:solidFill>
                  <a:schemeClr val="tx1"/>
                </a:solidFill>
                <a:cs typeface="Times New Roman" pitchFamily="18" charset="0"/>
                <a:sym typeface="Wingdings"/>
              </a:rPr>
              <a:t></a:t>
            </a:r>
            <a:r>
              <a:rPr lang="en-US" sz="2600" dirty="0">
                <a:solidFill>
                  <a:schemeClr val="tx1"/>
                </a:solidFill>
                <a:cs typeface="Times New Roman" pitchFamily="18" charset="0"/>
              </a:rPr>
              <a:t> open </a:t>
            </a:r>
            <a:r>
              <a:rPr lang="en-US" sz="2600" dirty="0">
                <a:solidFill>
                  <a:schemeClr val="tx1"/>
                </a:solidFill>
                <a:cs typeface="Times New Roman" pitchFamily="18" charset="0"/>
                <a:sym typeface="Wingdings"/>
              </a:rPr>
              <a:t></a:t>
            </a:r>
            <a:r>
              <a:rPr lang="en-US" sz="2600" dirty="0">
                <a:solidFill>
                  <a:schemeClr val="tx1"/>
                </a:solidFill>
                <a:cs typeface="Times New Roman" pitchFamily="18" charset="0"/>
              </a:rPr>
              <a:t>  physics with computer</a:t>
            </a:r>
          </a:p>
          <a:p>
            <a:r>
              <a:rPr lang="en-US" sz="2600" dirty="0">
                <a:solidFill>
                  <a:schemeClr val="tx1"/>
                </a:solidFill>
                <a:cs typeface="Times New Roman" pitchFamily="18" charset="0"/>
              </a:rPr>
              <a:t>Choose “Ø1b Graph Matching” for 1</a:t>
            </a:r>
            <a:r>
              <a:rPr lang="en-US" sz="2600" baseline="30000" dirty="0">
                <a:solidFill>
                  <a:schemeClr val="tx1"/>
                </a:solidFill>
                <a:cs typeface="Times New Roman" pitchFamily="18" charset="0"/>
              </a:rPr>
              <a:t>st</a:t>
            </a:r>
            <a:r>
              <a:rPr lang="en-US" sz="2600" dirty="0">
                <a:solidFill>
                  <a:schemeClr val="tx1"/>
                </a:solidFill>
                <a:cs typeface="Times New Roman" pitchFamily="18" charset="0"/>
              </a:rPr>
              <a:t> attempt</a:t>
            </a:r>
          </a:p>
          <a:p>
            <a:r>
              <a:rPr lang="en-US" sz="2600" dirty="0">
                <a:solidFill>
                  <a:schemeClr val="tx1"/>
                </a:solidFill>
                <a:cs typeface="Times New Roman" pitchFamily="18" charset="0"/>
              </a:rPr>
              <a:t>Choose “Ø1d Graph  Matching” for 2</a:t>
            </a:r>
            <a:r>
              <a:rPr lang="en-US" sz="2600" baseline="30000" dirty="0">
                <a:solidFill>
                  <a:schemeClr val="tx1"/>
                </a:solidFill>
                <a:cs typeface="Times New Roman" pitchFamily="18" charset="0"/>
              </a:rPr>
              <a:t>nd</a:t>
            </a:r>
            <a:r>
              <a:rPr lang="en-US" sz="2600" dirty="0">
                <a:solidFill>
                  <a:schemeClr val="tx1"/>
                </a:solidFill>
                <a:cs typeface="Times New Roman" pitchFamily="18" charset="0"/>
              </a:rPr>
              <a:t>  attempt</a:t>
            </a:r>
          </a:p>
          <a:p>
            <a:r>
              <a:rPr lang="en-US" sz="2600" dirty="0">
                <a:solidFill>
                  <a:schemeClr val="tx1"/>
                </a:solidFill>
                <a:cs typeface="Times New Roman" pitchFamily="18" charset="0"/>
              </a:rPr>
              <a:t>Click green button in top right to collect data.</a:t>
            </a:r>
          </a:p>
          <a:p>
            <a:pPr marL="0" indent="0">
              <a:buNone/>
            </a:pPr>
            <a:endParaRPr lang="en-US" sz="2600" dirty="0">
              <a:solidFill>
                <a:schemeClr val="tx1"/>
              </a:solidFill>
              <a:cs typeface="Times New Roman" pitchFamily="18" charset="0"/>
            </a:endParaRPr>
          </a:p>
          <a:p>
            <a:r>
              <a:rPr lang="en-US" sz="2600" dirty="0">
                <a:solidFill>
                  <a:schemeClr val="tx1"/>
                </a:solidFill>
                <a:cs typeface="Times New Roman" pitchFamily="18" charset="0"/>
              </a:rPr>
              <a:t>Note: </a:t>
            </a:r>
            <a:r>
              <a:rPr lang="en-US" sz="2600" b="1" u="sng" dirty="0">
                <a:solidFill>
                  <a:schemeClr val="tx1"/>
                </a:solidFill>
                <a:cs typeface="Times New Roman" pitchFamily="18" charset="0"/>
              </a:rPr>
              <a:t>Motion can be described in terms of:</a:t>
            </a:r>
            <a:r>
              <a:rPr lang="en-US" sz="2600" b="1" dirty="0">
                <a:solidFill>
                  <a:schemeClr val="tx1"/>
                </a:solidFill>
                <a:cs typeface="Times New Roman" pitchFamily="18" charset="0"/>
              </a:rPr>
              <a:t> </a:t>
            </a:r>
          </a:p>
          <a:p>
            <a:pPr marL="685800" lvl="1">
              <a:buFont typeface="Arial" pitchFamily="34" charset="0"/>
              <a:buChar char="•"/>
            </a:pPr>
            <a:r>
              <a:rPr lang="en-US" sz="2600" dirty="0">
                <a:solidFill>
                  <a:schemeClr val="tx1"/>
                </a:solidFill>
                <a:cs typeface="Times New Roman" pitchFamily="18" charset="0"/>
              </a:rPr>
              <a:t>Position (x)</a:t>
            </a:r>
          </a:p>
          <a:p>
            <a:pPr marL="685800" lvl="1">
              <a:buFont typeface="Arial" pitchFamily="34" charset="0"/>
              <a:buChar char="•"/>
            </a:pPr>
            <a:r>
              <a:rPr lang="en-US" sz="2600" dirty="0">
                <a:solidFill>
                  <a:schemeClr val="tx1"/>
                </a:solidFill>
                <a:cs typeface="Times New Roman" pitchFamily="18" charset="0"/>
              </a:rPr>
              <a:t>Velocity (v)</a:t>
            </a:r>
          </a:p>
          <a:p>
            <a:pPr marL="685800" lvl="1">
              <a:buFont typeface="Arial" pitchFamily="34" charset="0"/>
              <a:buChar char="•"/>
            </a:pPr>
            <a:r>
              <a:rPr lang="en-US" sz="2600" dirty="0">
                <a:solidFill>
                  <a:schemeClr val="tx1"/>
                </a:solidFill>
                <a:cs typeface="Times New Roman" pitchFamily="18" charset="0"/>
              </a:rPr>
              <a:t>Acceleration (a)</a:t>
            </a:r>
          </a:p>
          <a:p>
            <a:pPr marL="685800" lvl="1">
              <a:buFont typeface="Arial" pitchFamily="34" charset="0"/>
              <a:buChar char="•"/>
            </a:pPr>
            <a:r>
              <a:rPr lang="en-US" sz="2600" dirty="0">
                <a:solidFill>
                  <a:schemeClr val="tx1"/>
                </a:solidFill>
                <a:cs typeface="Times New Roman" pitchFamily="18" charset="0"/>
              </a:rPr>
              <a:t>Time (t)</a:t>
            </a:r>
          </a:p>
          <a:p>
            <a:pPr marL="342900" indent="-342900">
              <a:buFont typeface="+mj-lt"/>
              <a:buAutoNum type="alphaLcParenR"/>
            </a:pPr>
            <a:endParaRPr lang="en-US" sz="2400" dirty="0">
              <a:solidFill>
                <a:schemeClr val="tx1"/>
              </a:solidFill>
              <a:cs typeface="Times New Roman" pitchFamily="18" charset="0"/>
            </a:endParaRPr>
          </a:p>
          <a:p>
            <a:endParaRPr lang="en-US" dirty="0"/>
          </a:p>
        </p:txBody>
      </p:sp>
    </p:spTree>
    <p:extLst>
      <p:ext uri="{BB962C8B-B14F-4D97-AF65-F5344CB8AC3E}">
        <p14:creationId xmlns:p14="http://schemas.microsoft.com/office/powerpoint/2010/main" val="2702824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8C6E3-5F78-37B3-7F94-98C352493A0D}"/>
              </a:ext>
            </a:extLst>
          </p:cNvPr>
          <p:cNvSpPr>
            <a:spLocks noGrp="1"/>
          </p:cNvSpPr>
          <p:nvPr>
            <p:ph type="title"/>
          </p:nvPr>
        </p:nvSpPr>
        <p:spPr>
          <a:xfrm>
            <a:off x="677334" y="609600"/>
            <a:ext cx="8596668" cy="727587"/>
          </a:xfrm>
        </p:spPr>
        <p:txBody>
          <a:bodyPr/>
          <a:lstStyle/>
          <a:p>
            <a:r>
              <a:rPr lang="en-US" dirty="0">
                <a:solidFill>
                  <a:srgbClr val="1391BC"/>
                </a:solidFill>
              </a:rPr>
              <a:t>Procedure</a:t>
            </a:r>
          </a:p>
        </p:txBody>
      </p:sp>
      <p:sp>
        <p:nvSpPr>
          <p:cNvPr id="3" name="Content Placeholder 2">
            <a:extLst>
              <a:ext uri="{FF2B5EF4-FFF2-40B4-BE49-F238E27FC236}">
                <a16:creationId xmlns:a16="http://schemas.microsoft.com/office/drawing/2014/main" id="{BDF1D748-4881-C7FE-72C5-5AD3C346C5A7}"/>
              </a:ext>
            </a:extLst>
          </p:cNvPr>
          <p:cNvSpPr>
            <a:spLocks noGrp="1"/>
          </p:cNvSpPr>
          <p:nvPr>
            <p:ph idx="1"/>
          </p:nvPr>
        </p:nvSpPr>
        <p:spPr>
          <a:xfrm>
            <a:off x="677334" y="1404810"/>
            <a:ext cx="8596668" cy="1887793"/>
          </a:xfrm>
        </p:spPr>
        <p:txBody>
          <a:bodyPr/>
          <a:lstStyle/>
          <a:p>
            <a:r>
              <a:rPr lang="en-US" sz="2400" dirty="0"/>
              <a:t>The motion detector works best within a certain range of distances</a:t>
            </a:r>
          </a:p>
          <a:p>
            <a:r>
              <a:rPr lang="en-US" sz="2400" dirty="0"/>
              <a:t>Investigate the range by moving in front of the detector.</a:t>
            </a:r>
          </a:p>
          <a:p>
            <a:pPr marL="0" indent="0">
              <a:buNone/>
            </a:pPr>
            <a:endParaRPr lang="en-US" dirty="0"/>
          </a:p>
        </p:txBody>
      </p:sp>
      <p:pic>
        <p:nvPicPr>
          <p:cNvPr id="4" name="Picture 4" descr="image of  a woman walking towards a table with a motion detector on it  ">
            <a:extLst>
              <a:ext uri="{FF2B5EF4-FFF2-40B4-BE49-F238E27FC236}">
                <a16:creationId xmlns:a16="http://schemas.microsoft.com/office/drawing/2014/main" id="{799F37EA-4F7A-C22C-1BEE-EC5F1833BC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6313" y="3057367"/>
            <a:ext cx="6598192" cy="31910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9680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EDB6-2E55-DB65-181F-9D6731A07E88}"/>
              </a:ext>
            </a:extLst>
          </p:cNvPr>
          <p:cNvSpPr>
            <a:spLocks noGrp="1"/>
          </p:cNvSpPr>
          <p:nvPr>
            <p:ph type="title"/>
          </p:nvPr>
        </p:nvSpPr>
        <p:spPr>
          <a:xfrm>
            <a:off x="657670" y="325026"/>
            <a:ext cx="8596668" cy="619432"/>
          </a:xfrm>
        </p:spPr>
        <p:txBody>
          <a:bodyPr>
            <a:normAutofit fontScale="90000"/>
          </a:bodyPr>
          <a:lstStyle/>
          <a:p>
            <a:r>
              <a:rPr lang="en-US" dirty="0">
                <a:solidFill>
                  <a:srgbClr val="1391BC"/>
                </a:solidFill>
              </a:rPr>
              <a:t>Procedure Part I: Learning about the Motion Detector</a:t>
            </a:r>
          </a:p>
        </p:txBody>
      </p:sp>
      <p:sp>
        <p:nvSpPr>
          <p:cNvPr id="3" name="Content Placeholder 2">
            <a:extLst>
              <a:ext uri="{FF2B5EF4-FFF2-40B4-BE49-F238E27FC236}">
                <a16:creationId xmlns:a16="http://schemas.microsoft.com/office/drawing/2014/main" id="{096FA5ED-76AB-639D-CE9E-0D4569BCCA4B}"/>
              </a:ext>
            </a:extLst>
          </p:cNvPr>
          <p:cNvSpPr>
            <a:spLocks noGrp="1"/>
          </p:cNvSpPr>
          <p:nvPr>
            <p:ph idx="1"/>
          </p:nvPr>
        </p:nvSpPr>
        <p:spPr>
          <a:xfrm>
            <a:off x="746160" y="1386348"/>
            <a:ext cx="8596668" cy="5471651"/>
          </a:xfrm>
        </p:spPr>
        <p:txBody>
          <a:bodyPr>
            <a:normAutofit lnSpcReduction="10000"/>
          </a:bodyPr>
          <a:lstStyle/>
          <a:p>
            <a:pPr marL="0" indent="0">
              <a:buNone/>
            </a:pPr>
            <a:r>
              <a:rPr lang="en-US" dirty="0"/>
              <a:t>1.	Connect the Motion Detector to the DIG/SONIC 1 channel of the interface.</a:t>
            </a:r>
          </a:p>
          <a:p>
            <a:pPr marL="0" indent="0">
              <a:buNone/>
            </a:pPr>
            <a:r>
              <a:rPr lang="en-US" dirty="0"/>
              <a:t>2.	Place the Motion Detector so that it points toward an open space at least 4 m long. Use short strips of masking tape on the floor to mark the 1 m, 2 m, 3 m, and 4 m positions from the Motion Detector.</a:t>
            </a:r>
          </a:p>
          <a:p>
            <a:pPr marL="0" indent="0">
              <a:buNone/>
            </a:pPr>
            <a:r>
              <a:rPr lang="en-US" dirty="0"/>
              <a:t>3.	Experiment with the motion detector to determine how the position axis corresponds to the distance from the sensor. In each of the cases below explain how you determined your answer.</a:t>
            </a:r>
          </a:p>
          <a:p>
            <a:pPr marL="0" indent="0">
              <a:buNone/>
            </a:pPr>
            <a:r>
              <a:rPr lang="en-US" dirty="0"/>
              <a:t>Note: Use Logger Pro to produce a graph of your motion when you walk away from or towards the motion detector. To do this, stand about 1 m from the Motion Detector and have your lab partner click            . Start walking when you hear it begin to click.</a:t>
            </a:r>
          </a:p>
          <a:p>
            <a:pPr marL="0" indent="0">
              <a:buNone/>
            </a:pPr>
            <a:r>
              <a:rPr lang="en-US" dirty="0"/>
              <a:t>	(a)	If you wish to increase the position reading on the graph, would you 	move toward or away from the sensor? Explain how you can tell.</a:t>
            </a:r>
          </a:p>
          <a:p>
            <a:pPr marL="0" indent="0">
              <a:buNone/>
            </a:pPr>
            <a:r>
              <a:rPr lang="en-US" dirty="0"/>
              <a:t>	(b)	How close to the sensor can you be and still be accurately detected? 	Explain how you can tell. </a:t>
            </a:r>
            <a:r>
              <a:rPr lang="en-US"/>
              <a:t>(0.2)</a:t>
            </a:r>
            <a:endParaRPr lang="en-US" dirty="0"/>
          </a:p>
          <a:p>
            <a:pPr marL="0" indent="0">
              <a:buNone/>
            </a:pPr>
            <a:r>
              <a:rPr lang="en-US" dirty="0"/>
              <a:t>	(c)	How far away from the sensor can you be and still be accurately 	detected? Explain how you can tell.()</a:t>
            </a:r>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descr="Icon of a hand holding a collection or a collection box.">
            <a:extLst>
              <a:ext uri="{FF2B5EF4-FFF2-40B4-BE49-F238E27FC236}">
                <a16:creationId xmlns:a16="http://schemas.microsoft.com/office/drawing/2014/main" id="{955187FD-1662-5396-650C-4CECED0CCB53}"/>
              </a:ext>
            </a:extLst>
          </p:cNvPr>
          <p:cNvPicPr>
            <a:picLocks noChangeAspect="1"/>
          </p:cNvPicPr>
          <p:nvPr/>
        </p:nvPicPr>
        <p:blipFill>
          <a:blip r:embed="rId2"/>
          <a:stretch>
            <a:fillRect/>
          </a:stretch>
        </p:blipFill>
        <p:spPr>
          <a:xfrm>
            <a:off x="5840361" y="4011561"/>
            <a:ext cx="769808" cy="383351"/>
          </a:xfrm>
          <a:prstGeom prst="rect">
            <a:avLst/>
          </a:prstGeom>
        </p:spPr>
      </p:pic>
    </p:spTree>
    <p:extLst>
      <p:ext uri="{BB962C8B-B14F-4D97-AF65-F5344CB8AC3E}">
        <p14:creationId xmlns:p14="http://schemas.microsoft.com/office/powerpoint/2010/main" val="2672512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F38FB-34D6-EB2A-480E-F697D69DA894}"/>
              </a:ext>
            </a:extLst>
          </p:cNvPr>
          <p:cNvSpPr>
            <a:spLocks noGrp="1"/>
          </p:cNvSpPr>
          <p:nvPr>
            <p:ph type="title"/>
          </p:nvPr>
        </p:nvSpPr>
        <p:spPr>
          <a:xfrm>
            <a:off x="412955" y="0"/>
            <a:ext cx="9281651" cy="732225"/>
          </a:xfrm>
        </p:spPr>
        <p:txBody>
          <a:bodyPr>
            <a:normAutofit/>
          </a:bodyPr>
          <a:lstStyle/>
          <a:p>
            <a:r>
              <a:rPr lang="en-US" sz="3200" dirty="0">
                <a:solidFill>
                  <a:srgbClr val="1391BC"/>
                </a:solidFill>
              </a:rPr>
              <a:t>Procedure Part II: Learning about Motion Graphs</a:t>
            </a:r>
          </a:p>
        </p:txBody>
      </p:sp>
      <p:sp>
        <p:nvSpPr>
          <p:cNvPr id="3" name="Content Placeholder 2">
            <a:extLst>
              <a:ext uri="{FF2B5EF4-FFF2-40B4-BE49-F238E27FC236}">
                <a16:creationId xmlns:a16="http://schemas.microsoft.com/office/drawing/2014/main" id="{35247D63-3FF9-CD1D-3808-BDF195843C81}"/>
              </a:ext>
            </a:extLst>
          </p:cNvPr>
          <p:cNvSpPr>
            <a:spLocks noGrp="1"/>
          </p:cNvSpPr>
          <p:nvPr>
            <p:ph idx="1"/>
          </p:nvPr>
        </p:nvSpPr>
        <p:spPr>
          <a:xfrm>
            <a:off x="677334" y="732225"/>
            <a:ext cx="8596668" cy="5983207"/>
          </a:xfrm>
        </p:spPr>
        <p:txBody>
          <a:bodyPr>
            <a:normAutofit/>
          </a:bodyPr>
          <a:lstStyle/>
          <a:p>
            <a:pPr marL="0" indent="0" algn="ctr">
              <a:buNone/>
            </a:pPr>
            <a:r>
              <a:rPr lang="en-US" sz="2400" b="1" dirty="0"/>
              <a:t>Position vs. Time Graph Matching</a:t>
            </a:r>
          </a:p>
          <a:p>
            <a:pPr marL="0" indent="0">
              <a:buNone/>
            </a:pPr>
            <a:r>
              <a:rPr lang="en-US" sz="1900" dirty="0"/>
              <a:t>1.	Open the experiment file “01b Graph Matching.” A position vs. time graph will appear.</a:t>
            </a:r>
          </a:p>
          <a:p>
            <a:pPr marL="0" indent="0">
              <a:buNone/>
            </a:pPr>
            <a:r>
              <a:rPr lang="en-US" sz="1900" dirty="0"/>
              <a:t>2.	Sketch the graph and describe how you would walk to produce this target graph.</a:t>
            </a:r>
          </a:p>
          <a:p>
            <a:pPr marL="0" indent="0">
              <a:buNone/>
            </a:pPr>
            <a:r>
              <a:rPr lang="en-US" sz="1900" dirty="0"/>
              <a:t>	3. </a:t>
            </a:r>
            <a:r>
              <a:rPr kumimoji="0" lang="en-US" altLang="en-US" sz="19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To test your prediction, choose a starting position and stand at that point. Start data collection by clicking              . When you hear the Motion Detector begin to click, walk in such a way that the graph of your motion matches the target graph on the computer screen.</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0" indent="0">
              <a:buNone/>
            </a:pPr>
            <a:r>
              <a:rPr lang="en-US" sz="1900" dirty="0">
                <a:solidFill>
                  <a:srgbClr val="000000"/>
                </a:solidFill>
                <a:effectLst/>
                <a:ea typeface="Times New Roman" panose="02020603050405020304" pitchFamily="18" charset="0"/>
              </a:rPr>
              <a:t>4. If you were not successful, repeat the process until your motion closely matches the graph on the screen. </a:t>
            </a:r>
          </a:p>
          <a:p>
            <a:pPr marL="0" indent="0">
              <a:buNone/>
            </a:pPr>
            <a:r>
              <a:rPr lang="en-US" sz="1900" dirty="0">
                <a:solidFill>
                  <a:srgbClr val="000000"/>
                </a:solidFill>
                <a:ea typeface="Times New Roman" panose="02020603050405020304" pitchFamily="18" charset="0"/>
              </a:rPr>
              <a:t>5. Repeat Procedure for each lab partner.</a:t>
            </a:r>
            <a:endParaRPr lang="en-US" sz="1900" dirty="0">
              <a:solidFill>
                <a:srgbClr val="000000"/>
              </a:solidFill>
              <a:effectLst/>
              <a:ea typeface="Times New Roman" panose="02020603050405020304" pitchFamily="18" charset="0"/>
            </a:endParaRPr>
          </a:p>
          <a:p>
            <a:pPr marL="0" indent="0">
              <a:buNone/>
            </a:pPr>
            <a:r>
              <a:rPr lang="en-US" sz="1900" dirty="0">
                <a:solidFill>
                  <a:srgbClr val="000000"/>
                </a:solidFill>
                <a:ea typeface="Times New Roman" panose="02020603050405020304" pitchFamily="18" charset="0"/>
              </a:rPr>
              <a:t>6</a:t>
            </a:r>
            <a:r>
              <a:rPr lang="en-US" sz="1900" dirty="0">
                <a:solidFill>
                  <a:srgbClr val="000000"/>
                </a:solidFill>
                <a:effectLst/>
                <a:ea typeface="Times New Roman" panose="02020603050405020304" pitchFamily="18" charset="0"/>
              </a:rPr>
              <a:t>. </a:t>
            </a:r>
            <a:r>
              <a:rPr lang="en-US" sz="1900" b="1" dirty="0">
                <a:solidFill>
                  <a:srgbClr val="000000"/>
                </a:solidFill>
                <a:effectLst/>
                <a:highlight>
                  <a:srgbClr val="C0C0C0"/>
                </a:highlight>
                <a:latin typeface="Times New Roman" panose="02020603050405020304" pitchFamily="18" charset="0"/>
                <a:ea typeface="Times New Roman" panose="02020603050405020304" pitchFamily="18" charset="0"/>
              </a:rPr>
              <a:t>Print the best attempt of each group member </a:t>
            </a:r>
            <a:r>
              <a:rPr lang="en-US" sz="1900" b="1" i="1" dirty="0">
                <a:solidFill>
                  <a:srgbClr val="000000"/>
                </a:solidFill>
                <a:effectLst/>
                <a:highlight>
                  <a:srgbClr val="C0C0C0"/>
                </a:highlight>
                <a:latin typeface="Times New Roman" panose="02020603050405020304" pitchFamily="18" charset="0"/>
                <a:ea typeface="Times New Roman" panose="02020603050405020304" pitchFamily="18" charset="0"/>
              </a:rPr>
              <a:t>(Graph 1)</a:t>
            </a:r>
            <a:r>
              <a:rPr lang="en-US" sz="1900" b="1" dirty="0">
                <a:solidFill>
                  <a:srgbClr val="000000"/>
                </a:solidFill>
                <a:effectLst/>
                <a:highlight>
                  <a:srgbClr val="C0C0C0"/>
                </a:highlight>
                <a:latin typeface="Times New Roman" panose="02020603050405020304" pitchFamily="18" charset="0"/>
                <a:ea typeface="Times New Roman" panose="02020603050405020304" pitchFamily="18" charset="0"/>
              </a:rPr>
              <a:t>, that is one graph per group member</a:t>
            </a:r>
            <a:r>
              <a:rPr lang="en-US" sz="1900" i="1" dirty="0">
                <a:solidFill>
                  <a:srgbClr val="000000"/>
                </a:solidFill>
                <a:effectLst/>
                <a:latin typeface="Times New Roman" panose="02020603050405020304" pitchFamily="18" charset="0"/>
                <a:ea typeface="Times New Roman" panose="02020603050405020304" pitchFamily="18" charset="0"/>
              </a:rPr>
              <a:t>.</a:t>
            </a:r>
            <a:endParaRPr lang="en-US" sz="1900" dirty="0"/>
          </a:p>
          <a:p>
            <a:pPr marL="0" indent="0">
              <a:buNone/>
            </a:pPr>
            <a:endParaRPr lang="en-US" dirty="0"/>
          </a:p>
        </p:txBody>
      </p:sp>
      <p:sp>
        <p:nvSpPr>
          <p:cNvPr id="18" name="Rectangle 12">
            <a:extLst>
              <a:ext uri="{FF2B5EF4-FFF2-40B4-BE49-F238E27FC236}">
                <a16:creationId xmlns:a16="http://schemas.microsoft.com/office/drawing/2014/main" id="{0CAB6BD0-756B-1FEE-4553-64B4AADDCC5B}"/>
              </a:ext>
            </a:extLst>
          </p:cNvPr>
          <p:cNvSpPr>
            <a:spLocks noChangeArrowheads="1"/>
          </p:cNvSpPr>
          <p:nvPr/>
        </p:nvSpPr>
        <p:spPr bwMode="auto">
          <a:xfrm>
            <a:off x="6188986" y="455226"/>
            <a:ext cx="27122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228600" algn="l"/>
              </a:tabLst>
            </a:pPr>
            <a:r>
              <a:rPr kumimoji="0" lang="en-US" altLang="en-US" sz="12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1" name="Picture 20" descr="A button labeled 'Collect' with a star icon.">
            <a:extLst>
              <a:ext uri="{FF2B5EF4-FFF2-40B4-BE49-F238E27FC236}">
                <a16:creationId xmlns:a16="http://schemas.microsoft.com/office/drawing/2014/main" id="{67627367-67AC-C9D8-6CA8-FD2005DD9854}"/>
              </a:ext>
            </a:extLst>
          </p:cNvPr>
          <p:cNvPicPr>
            <a:picLocks noChangeAspect="1"/>
          </p:cNvPicPr>
          <p:nvPr/>
        </p:nvPicPr>
        <p:blipFill>
          <a:blip r:embed="rId2"/>
          <a:stretch>
            <a:fillRect/>
          </a:stretch>
        </p:blipFill>
        <p:spPr>
          <a:xfrm>
            <a:off x="4843233" y="2999221"/>
            <a:ext cx="803947" cy="256332"/>
          </a:xfrm>
          <a:prstGeom prst="rect">
            <a:avLst/>
          </a:prstGeom>
        </p:spPr>
      </p:pic>
    </p:spTree>
    <p:extLst>
      <p:ext uri="{BB962C8B-B14F-4D97-AF65-F5344CB8AC3E}">
        <p14:creationId xmlns:p14="http://schemas.microsoft.com/office/powerpoint/2010/main" val="3038748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EBC8F-7FF3-F5D1-4A9C-B019A7FD96D6}"/>
              </a:ext>
            </a:extLst>
          </p:cNvPr>
          <p:cNvSpPr>
            <a:spLocks noGrp="1"/>
          </p:cNvSpPr>
          <p:nvPr>
            <p:ph type="title"/>
          </p:nvPr>
        </p:nvSpPr>
        <p:spPr>
          <a:xfrm>
            <a:off x="351632" y="280219"/>
            <a:ext cx="9164756" cy="953729"/>
          </a:xfrm>
        </p:spPr>
        <p:txBody>
          <a:bodyPr>
            <a:normAutofit fontScale="90000"/>
          </a:bodyPr>
          <a:lstStyle/>
          <a:p>
            <a:r>
              <a:rPr lang="en-US" sz="3600" dirty="0">
                <a:solidFill>
                  <a:srgbClr val="1391BC"/>
                </a:solidFill>
              </a:rPr>
              <a:t>Procedure Part II: Learning about Motion Graphs</a:t>
            </a:r>
            <a:endParaRPr lang="en-US" dirty="0"/>
          </a:p>
        </p:txBody>
      </p:sp>
      <p:sp>
        <p:nvSpPr>
          <p:cNvPr id="3" name="Content Placeholder 2">
            <a:extLst>
              <a:ext uri="{FF2B5EF4-FFF2-40B4-BE49-F238E27FC236}">
                <a16:creationId xmlns:a16="http://schemas.microsoft.com/office/drawing/2014/main" id="{A4299ABB-59DE-C0D7-CA77-5359787A8A62}"/>
              </a:ext>
            </a:extLst>
          </p:cNvPr>
          <p:cNvSpPr>
            <a:spLocks noGrp="1"/>
          </p:cNvSpPr>
          <p:nvPr>
            <p:ph idx="1"/>
          </p:nvPr>
        </p:nvSpPr>
        <p:spPr>
          <a:xfrm>
            <a:off x="904567" y="871538"/>
            <a:ext cx="8596668" cy="5706243"/>
          </a:xfrm>
        </p:spPr>
        <p:txBody>
          <a:bodyPr>
            <a:normAutofit lnSpcReduction="10000"/>
          </a:bodyPr>
          <a:lstStyle/>
          <a:p>
            <a:pPr marL="0" indent="0" algn="ctr">
              <a:buNone/>
            </a:pPr>
            <a:r>
              <a:rPr lang="en-US" dirty="0"/>
              <a:t>	</a:t>
            </a:r>
            <a:r>
              <a:rPr lang="en-US" sz="2400" b="1" dirty="0"/>
              <a:t>Velocity vs. Time Graph Matching</a:t>
            </a:r>
          </a:p>
          <a:p>
            <a:pPr marR="0" lvl="0" algn="just" defTabSz="914400" rtl="0" eaLnBrk="0" fontAlgn="base" latinLnBrk="0" hangingPunct="0">
              <a:lnSpc>
                <a:spcPct val="100000"/>
              </a:lnSpc>
              <a:spcBef>
                <a:spcPct val="0"/>
              </a:spcBef>
              <a:spcAft>
                <a:spcPct val="0"/>
              </a:spcAft>
              <a:buClrTx/>
              <a:buSzTx/>
              <a:buAutoNum type="arabicPeriod"/>
              <a:tabLst>
                <a:tab pos="228600" algn="l"/>
              </a:tabLst>
            </a:pPr>
            <a:r>
              <a:rPr kumimoji="0" lang="en-US" altLang="en-US" sz="19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Open the experiment file “01d Graph Matching.” </a:t>
            </a:r>
            <a:r>
              <a:rPr kumimoji="0" lang="en-US" altLang="en-US" sz="19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t>A velocity </a:t>
            </a:r>
            <a:r>
              <a:rPr kumimoji="0" lang="en-US" altLang="en-US" sz="1900" b="0" i="1"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vs</a:t>
            </a:r>
            <a:r>
              <a:rPr kumimoji="0" lang="en-US" altLang="en-US" sz="19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time graph will appear.</a:t>
            </a:r>
          </a:p>
          <a:p>
            <a:pPr marR="0" lvl="0" algn="just" defTabSz="914400" rtl="0" eaLnBrk="0" fontAlgn="base" latinLnBrk="0" hangingPunct="0">
              <a:lnSpc>
                <a:spcPct val="100000"/>
              </a:lnSpc>
              <a:spcBef>
                <a:spcPct val="0"/>
              </a:spcBef>
              <a:spcAft>
                <a:spcPct val="0"/>
              </a:spcAft>
              <a:buClrTx/>
              <a:buSzTx/>
              <a:buAutoNum type="arabicPeriod"/>
              <a:tabLst>
                <a:tab pos="228600" algn="l"/>
              </a:tabLst>
            </a:pPr>
            <a:r>
              <a:rPr lang="en-US" altLang="en-US" sz="1900" dirty="0">
                <a:solidFill>
                  <a:srgbClr val="000000"/>
                </a:solidFill>
                <a:latin typeface="Arial" panose="020B0604020202020204" pitchFamily="34" charset="0"/>
                <a:ea typeface="Times New Roman" panose="02020603050405020304" pitchFamily="18" charset="0"/>
              </a:rPr>
              <a:t>D</a:t>
            </a:r>
            <a:r>
              <a:rPr kumimoji="0" lang="en-US" altLang="en-US" sz="19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escribe how you would walk to produce this target graph. This is a description of what you think (predict) needs to be done to match the graph.</a:t>
            </a:r>
          </a:p>
          <a:p>
            <a:pPr marR="0" lvl="0" algn="just" defTabSz="914400" rtl="0" eaLnBrk="0" fontAlgn="base" latinLnBrk="0" hangingPunct="0">
              <a:lnSpc>
                <a:spcPct val="100000"/>
              </a:lnSpc>
              <a:spcBef>
                <a:spcPct val="0"/>
              </a:spcBef>
              <a:spcAft>
                <a:spcPct val="0"/>
              </a:spcAft>
              <a:buClrTx/>
              <a:buSzTx/>
              <a:buAutoNum type="arabicPeriod"/>
              <a:tabLst>
                <a:tab pos="228600" algn="l"/>
              </a:tabLst>
            </a:pPr>
            <a:r>
              <a:rPr kumimoji="0" lang="en-US" altLang="en-US" sz="19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To test your prediction, choose a starting position and stand at that point. Start data collection by clicking             . When you hear the Motion Detector begin to click, walk in such a way that the graph of your motion matches the target graph on the computer screen.</a:t>
            </a:r>
            <a:r>
              <a:rPr kumimoji="0" lang="en-US" altLang="en-US" sz="1900" b="0" i="0" u="none" strike="noStrike" cap="none" normalizeH="0" baseline="0" dirty="0">
                <a:ln>
                  <a:noFill/>
                </a:ln>
                <a:solidFill>
                  <a:srgbClr val="000000"/>
                </a:solidFill>
                <a:effectLst/>
                <a:ea typeface="Times New Roman" panose="02020603050405020304" pitchFamily="18" charset="0"/>
              </a:rPr>
              <a:t> </a:t>
            </a:r>
            <a:r>
              <a:rPr lang="en-US" sz="1900" i="1" dirty="0">
                <a:effectLst/>
                <a:ea typeface="Times New Roman" panose="02020603050405020304" pitchFamily="18" charset="0"/>
              </a:rPr>
              <a:t>It will be more difficult to match the velocity graph than it was for the position graph. </a:t>
            </a:r>
            <a:r>
              <a:rPr kumimoji="0" lang="en-US" altLang="en-US" sz="19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If you were not successful, repeat the process until your motion closely matches the graph on the screen</a:t>
            </a:r>
          </a:p>
          <a:p>
            <a:pPr algn="just" defTabSz="914400" eaLnBrk="0" fontAlgn="base" hangingPunct="0">
              <a:spcBef>
                <a:spcPct val="0"/>
              </a:spcBef>
              <a:spcAft>
                <a:spcPct val="0"/>
              </a:spcAft>
              <a:buClrTx/>
              <a:buSzTx/>
              <a:buFont typeface="Wingdings 3" charset="2"/>
              <a:buAutoNum type="arabicPeriod"/>
              <a:tabLst>
                <a:tab pos="228600" algn="l"/>
              </a:tabLst>
            </a:pPr>
            <a:r>
              <a:rPr lang="en-US" sz="1900" dirty="0">
                <a:solidFill>
                  <a:srgbClr val="000000"/>
                </a:solidFill>
                <a:ea typeface="Times New Roman" panose="02020603050405020304" pitchFamily="18" charset="0"/>
              </a:rPr>
              <a:t>Repeat Procedure for each lab partner.</a:t>
            </a:r>
          </a:p>
          <a:p>
            <a:pPr algn="just" defTabSz="914400" eaLnBrk="0" fontAlgn="base" hangingPunct="0">
              <a:spcBef>
                <a:spcPct val="0"/>
              </a:spcBef>
              <a:spcAft>
                <a:spcPct val="0"/>
              </a:spcAft>
              <a:buClrTx/>
              <a:buSzTx/>
              <a:buFont typeface="Wingdings 3" charset="2"/>
              <a:buAutoNum type="arabicPeriod"/>
              <a:tabLst>
                <a:tab pos="228600" algn="l"/>
              </a:tabLst>
            </a:pPr>
            <a:r>
              <a:rPr kumimoji="0" lang="en-US" altLang="en-US" sz="19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Print the best attempt of each group member </a:t>
            </a:r>
            <a:r>
              <a:rPr kumimoji="0" lang="en-US" altLang="en-US" sz="1900" b="1" i="1"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(Graph #)</a:t>
            </a:r>
            <a:r>
              <a:rPr kumimoji="0" lang="en-US" altLang="en-US" sz="19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that is one graph per group member</a:t>
            </a:r>
            <a:endParaRPr kumimoji="0" lang="en-US" altLang="en-US" sz="19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AutoNum type="arabicPeriod"/>
              <a:tabLst>
                <a:tab pos="228600" algn="l"/>
              </a:tabLst>
            </a:pPr>
            <a:endParaRPr kumimoji="0" lang="en-US" altLang="en-US" sz="1800" b="0" i="0" u="none" strike="noStrike" cap="none" normalizeH="0" baseline="0" dirty="0">
              <a:ln>
                <a:noFill/>
              </a:ln>
              <a:solidFill>
                <a:srgbClr val="000000"/>
              </a:solidFill>
              <a:effectLst/>
              <a:ea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AutoNum type="arabicPeriod"/>
              <a:tabLst>
                <a:tab pos="228600" algn="l"/>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indent="0" algn="ctr">
              <a:buNone/>
            </a:pPr>
            <a:r>
              <a:rPr lang="en-US" sz="2800" b="1" i="1" u="sng" dirty="0">
                <a:highlight>
                  <a:srgbClr val="C0C0C0"/>
                </a:highlight>
                <a:latin typeface="Times New Roman" panose="02020603050405020304" pitchFamily="18" charset="0"/>
                <a:ea typeface="Times New Roman" panose="02020603050405020304" pitchFamily="18" charset="0"/>
              </a:rPr>
              <a:t>When done, p</a:t>
            </a:r>
            <a:r>
              <a:rPr lang="en-US" sz="2800" b="1" i="1" u="sng" dirty="0">
                <a:effectLst/>
                <a:highlight>
                  <a:srgbClr val="C0C0C0"/>
                </a:highlight>
                <a:latin typeface="Times New Roman" panose="02020603050405020304" pitchFamily="18" charset="0"/>
                <a:ea typeface="Times New Roman" panose="02020603050405020304" pitchFamily="18" charset="0"/>
              </a:rPr>
              <a:t>lease remove the masking tape strips from the floor</a:t>
            </a:r>
            <a:endParaRPr lang="en-US" sz="2800" dirty="0">
              <a:effectLst/>
              <a:latin typeface="Times New Roman" panose="02020603050405020304" pitchFamily="18" charset="0"/>
              <a:ea typeface="Times New Roman" panose="02020603050405020304" pitchFamily="18" charset="0"/>
            </a:endParaRPr>
          </a:p>
          <a:p>
            <a:pPr marL="0" indent="0">
              <a:buNone/>
            </a:pPr>
            <a:endParaRPr lang="en-US" sz="3200" b="1" dirty="0"/>
          </a:p>
        </p:txBody>
      </p:sp>
      <p:pic>
        <p:nvPicPr>
          <p:cNvPr id="5124" name="Picture 4" descr="A black and white button labeled 'Collect' with a right-pointing arrow.">
            <a:extLst>
              <a:ext uri="{FF2B5EF4-FFF2-40B4-BE49-F238E27FC236}">
                <a16:creationId xmlns:a16="http://schemas.microsoft.com/office/drawing/2014/main" id="{319CD843-10F0-AD1F-957A-05EBC32324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2668" y="2724009"/>
            <a:ext cx="1009590" cy="409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8723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C837E-A533-601C-5CD7-174E8C6FE05B}"/>
              </a:ext>
            </a:extLst>
          </p:cNvPr>
          <p:cNvSpPr>
            <a:spLocks noGrp="1"/>
          </p:cNvSpPr>
          <p:nvPr>
            <p:ph type="title"/>
          </p:nvPr>
        </p:nvSpPr>
        <p:spPr>
          <a:xfrm>
            <a:off x="677334" y="452437"/>
            <a:ext cx="8596668" cy="1047751"/>
          </a:xfrm>
        </p:spPr>
        <p:txBody>
          <a:bodyPr>
            <a:normAutofit fontScale="90000"/>
          </a:bodyPr>
          <a:lstStyle/>
          <a:p>
            <a:r>
              <a:rPr lang="en-US" dirty="0">
                <a:solidFill>
                  <a:srgbClr val="1391BC"/>
                </a:solidFill>
              </a:rPr>
              <a:t>Graphical representation of motion:</a:t>
            </a:r>
            <a:br>
              <a:rPr lang="en-US" dirty="0"/>
            </a:br>
            <a:endParaRPr lang="en-US" dirty="0"/>
          </a:p>
        </p:txBody>
      </p:sp>
      <p:pic>
        <p:nvPicPr>
          <p:cNvPr id="6" name="Content Placeholder 5" descr="Six graphs showing different functions of variables x, v, a, and t, with some linear and some nonlinear relationships.">
            <a:extLst>
              <a:ext uri="{FF2B5EF4-FFF2-40B4-BE49-F238E27FC236}">
                <a16:creationId xmlns:a16="http://schemas.microsoft.com/office/drawing/2014/main" id="{90CCB645-4E26-8578-4539-100C204FA34C}"/>
              </a:ext>
            </a:extLst>
          </p:cNvPr>
          <p:cNvPicPr>
            <a:picLocks noGrp="1" noChangeAspect="1"/>
          </p:cNvPicPr>
          <p:nvPr>
            <p:ph idx="1"/>
          </p:nvPr>
        </p:nvPicPr>
        <p:blipFill>
          <a:blip r:embed="rId2"/>
          <a:stretch>
            <a:fillRect/>
          </a:stretch>
        </p:blipFill>
        <p:spPr>
          <a:xfrm>
            <a:off x="677334" y="1500188"/>
            <a:ext cx="9080381" cy="4939490"/>
          </a:xfrm>
          <a:prstGeom prst="rect">
            <a:avLst/>
          </a:prstGeom>
        </p:spPr>
      </p:pic>
    </p:spTree>
    <p:extLst>
      <p:ext uri="{BB962C8B-B14F-4D97-AF65-F5344CB8AC3E}">
        <p14:creationId xmlns:p14="http://schemas.microsoft.com/office/powerpoint/2010/main" val="398689734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1F712DCF4E89E4CBCEEA755EF81E88A" ma:contentTypeVersion="14" ma:contentTypeDescription="Create a new document." ma:contentTypeScope="" ma:versionID="320b06b9f9ec334549f95c39935f75f4">
  <xsd:schema xmlns:xsd="http://www.w3.org/2001/XMLSchema" xmlns:xs="http://www.w3.org/2001/XMLSchema" xmlns:p="http://schemas.microsoft.com/office/2006/metadata/properties" xmlns:ns3="4a651b0c-7ca9-450b-9469-de02b14c7408" xmlns:ns4="f6a62fc0-733e-42ba-a4be-6c891c8a1bad" targetNamespace="http://schemas.microsoft.com/office/2006/metadata/properties" ma:root="true" ma:fieldsID="fe10c24339d7c470f32f716063de2098" ns3:_="" ns4:_="">
    <xsd:import namespace="4a651b0c-7ca9-450b-9469-de02b14c7408"/>
    <xsd:import namespace="f6a62fc0-733e-42ba-a4be-6c891c8a1ba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AutoKeyPoints" minOccurs="0"/>
                <xsd:element ref="ns4:MediaServiceKeyPoint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651b0c-7ca9-450b-9469-de02b14c7408"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a62fc0-733e-42ba-a4be-6c891c8a1bad"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446552-B557-46B8-BEC4-D4B459FF8DDC}">
  <ds:schemaRefs>
    <ds:schemaRef ds:uri="http://schemas.microsoft.com/office/2006/metadata/properties"/>
    <ds:schemaRef ds:uri="http://purl.org/dc/dcmitype/"/>
    <ds:schemaRef ds:uri="http://purl.org/dc/elements/1.1/"/>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f6a62fc0-733e-42ba-a4be-6c891c8a1bad"/>
    <ds:schemaRef ds:uri="4a651b0c-7ca9-450b-9469-de02b14c7408"/>
    <ds:schemaRef ds:uri="http://www.w3.org/XML/1998/namespace"/>
  </ds:schemaRefs>
</ds:datastoreItem>
</file>

<file path=customXml/itemProps2.xml><?xml version="1.0" encoding="utf-8"?>
<ds:datastoreItem xmlns:ds="http://schemas.openxmlformats.org/officeDocument/2006/customXml" ds:itemID="{7225624F-0EAC-4094-AA61-F8B3C677E67B}">
  <ds:schemaRefs>
    <ds:schemaRef ds:uri="http://schemas.microsoft.com/sharepoint/v3/contenttype/forms"/>
  </ds:schemaRefs>
</ds:datastoreItem>
</file>

<file path=customXml/itemProps3.xml><?xml version="1.0" encoding="utf-8"?>
<ds:datastoreItem xmlns:ds="http://schemas.openxmlformats.org/officeDocument/2006/customXml" ds:itemID="{6AB93822-2944-4290-B4C6-D777A931F9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a651b0c-7ca9-450b-9469-de02b14c7408"/>
    <ds:schemaRef ds:uri="f6a62fc0-733e-42ba-a4be-6c891c8a1ba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12579</TotalTime>
  <Words>1006</Words>
  <Application>Microsoft Office PowerPoint</Application>
  <PresentationFormat>Widescreen</PresentationFormat>
  <Paragraphs>70</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Times New Roman</vt:lpstr>
      <vt:lpstr>Trebuchet MS</vt:lpstr>
      <vt:lpstr>Wingdings 3</vt:lpstr>
      <vt:lpstr>Facet</vt:lpstr>
      <vt:lpstr>Lab4: Graph Matching</vt:lpstr>
      <vt:lpstr>Objective</vt:lpstr>
      <vt:lpstr>Introduction</vt:lpstr>
      <vt:lpstr>LabPro Interface</vt:lpstr>
      <vt:lpstr>Apparatus</vt:lpstr>
      <vt:lpstr>Procedure: Software</vt:lpstr>
      <vt:lpstr>Procedure</vt:lpstr>
      <vt:lpstr>Procedure Part I: Learning about the Motion Detector</vt:lpstr>
      <vt:lpstr>Procedure Part II: Learning about Motion Graphs</vt:lpstr>
      <vt:lpstr>Procedure Part II: Learning about Motion Graphs</vt:lpstr>
      <vt:lpstr>Graphical representation of motion: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Patrick Hearin</dc:creator>
  <cp:lastModifiedBy>Peason_Nguyen</cp:lastModifiedBy>
  <cp:revision>100</cp:revision>
  <dcterms:created xsi:type="dcterms:W3CDTF">2015-03-02T04:15:14Z</dcterms:created>
  <dcterms:modified xsi:type="dcterms:W3CDTF">2026-09-17T00:27:31Z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0x01010071F712DCF4E89E4CBCEEA755EF81E88A</vt:lpwstr>
  </property>
  <property fmtid="{D5CDD505-2E9C-101B-9397-08002B2CF9AE}" pid="3" name="ReadingOrderVerifiedPages">
    <vt:lpwstr>4,5</vt:lpwstr>
  </property>
</Properties>
</file>