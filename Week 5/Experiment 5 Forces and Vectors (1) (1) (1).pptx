
<file path=[Content_Types].xml><?xml version="1.0" encoding="utf-8"?>
<Types xmlns="http://schemas.openxmlformats.org/package/2006/content-types">
  <Default ContentType="image/x-emf" Extension="emf"/>
  <Default ContentType="image/jpeg" Extension="jpeg"/>
  <Default ContentType="image/png" Extension="png"/>
  <Default ContentType="application/vnd.openxmlformats-package.relationships+xml" Extension="rels"/>
  <Default ContentType="application/xml" Extension="xml"/>
  <Override ContentType="application/vnd.openxmlformats-officedocument.customXmlProperties+xml" PartName="/customXml/itemProps1.xml"/>
  <Override ContentType="application/vnd.openxmlformats-officedocument.customXmlProperties+xml" PartName="/customXml/itemProps2.xml"/>
  <Override ContentType="application/vnd.openxmlformats-officedocument.customXmlProperties+xml" PartName="/customXml/itemProps3.xml"/>
  <Override ContentType="application/vnd.openxmlformats-officedocument.extended-properties+xml" PartName="/docProps/app.xml"/>
  <Override ContentType="application/vnd.openxmlformats-package.core-properties+xml" PartName="/docProps/core.xml"/>
  <Override ContentType="application/vnd.openxmlformats-officedocument.custom-properties+xml" PartName="/docProps/custom.xml"/>
  <Override ContentType="application/vnd.ms-powerpoint.changesinfo+xml" PartName="/ppt/changesInfos/changesInfo1.xml"/>
  <Override ContentType="application/vnd.openxmlformats-officedocument.presentationml.presentation.main+xml" PartName="/ppt/presentation.xml"/>
  <Override ContentType="application/vnd.openxmlformats-officedocument.presentationml.presProps+xml" PartName="/ppt/presProps.xml"/>
  <Override ContentType="application/vnd.ms-powerpoint.revisioninfo+xml" PartName="/ppt/revisionInfo.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3.xml"/>
  <Override ContentType="application/vnd.openxmlformats-officedocument.presentationml.slideLayout+xml" PartName="/ppt/slideLayouts/slideLayout14.xml"/>
  <Override ContentType="application/vnd.openxmlformats-officedocument.presentationml.slideLayout+xml" PartName="/ppt/slideLayouts/slideLayout15.xml"/>
  <Override ContentType="application/vnd.openxmlformats-officedocument.presentationml.slideLayout+xml" PartName="/ppt/slideLayouts/slideLayout16.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 Id="rId5" Target="docProps/custom.xml" Type="http://schemas.openxmlformats.org/officeDocument/2006/relationships/custom-properties"/></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sldIdLst>
    <p:sldId id="256" r:id="rId5"/>
    <p:sldId id="311" r:id="rId6"/>
    <p:sldId id="337" r:id="rId7"/>
    <p:sldId id="339" r:id="rId8"/>
    <p:sldId id="318" r:id="rId9"/>
    <p:sldId id="326" r:id="rId10"/>
    <p:sldId id="327" r:id="rId11"/>
    <p:sldId id="328" r:id="rId12"/>
    <p:sldId id="329" r:id="rId13"/>
    <p:sldId id="330" r:id="rId14"/>
    <p:sldId id="331" r:id="rId15"/>
    <p:sldId id="332" r:id="rId16"/>
    <p:sldId id="333" r:id="rId17"/>
    <p:sldId id="334" r:id="rId18"/>
    <p:sldId id="338" r:id="rId19"/>
    <p:sldId id="335" r:id="rId20"/>
    <p:sldId id="336"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C5AB4FC-E387-4C66-A459-8A4B4D556688}">
          <p14:sldIdLst>
            <p14:sldId id="256"/>
            <p14:sldId id="311"/>
            <p14:sldId id="337"/>
            <p14:sldId id="339"/>
            <p14:sldId id="318"/>
            <p14:sldId id="326"/>
            <p14:sldId id="327"/>
            <p14:sldId id="328"/>
            <p14:sldId id="329"/>
            <p14:sldId id="330"/>
            <p14:sldId id="331"/>
            <p14:sldId id="332"/>
            <p14:sldId id="333"/>
            <p14:sldId id="334"/>
            <p14:sldId id="338"/>
            <p14:sldId id="335"/>
            <p14:sldId id="33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56A76A1-6FA0-4B90-B4D3-FD33B186F473}" v="35" dt="2024-02-15T12:21:20.53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2102" autoAdjust="0"/>
    <p:restoredTop sz="94660"/>
  </p:normalViewPr>
  <p:slideViewPr>
    <p:cSldViewPr snapToGrid="0">
      <p:cViewPr varScale="1">
        <p:scale>
          <a:sx n="111" d="100"/>
          <a:sy n="111" d="100"/>
        </p:scale>
        <p:origin x="186" y="96"/>
      </p:cViewPr>
      <p:guideLst/>
    </p:cSldViewPr>
  </p:slideViewPr>
  <p:notesTextViewPr>
    <p:cViewPr>
      <p:scale>
        <a:sx n="3" d="2"/>
        <a:sy n="3" d="2"/>
      </p:scale>
      <p:origin x="0" y="0"/>
    </p:cViewPr>
  </p:notesTextViewPr>
  <p:gridSpacing cx="76200" cy="76200"/>
</p:viewPr>
</file>

<file path=ppt/_rels/presentation.xml.rels><?xml version="1.0" encoding="UTF-8" standalone="yes"?><Relationships xmlns="http://schemas.openxmlformats.org/package/2006/relationships"><Relationship Id="rId1" Target="../customXml/item1.xml" Type="http://schemas.openxmlformats.org/officeDocument/2006/relationships/customXml"/><Relationship Id="rId10" Target="slides/slide6.xml" Type="http://schemas.openxmlformats.org/officeDocument/2006/relationships/slide"/><Relationship Id="rId11" Target="slides/slide7.xml" Type="http://schemas.openxmlformats.org/officeDocument/2006/relationships/slide"/><Relationship Id="rId12" Target="slides/slide8.xml" Type="http://schemas.openxmlformats.org/officeDocument/2006/relationships/slide"/><Relationship Id="rId13" Target="slides/slide9.xml" Type="http://schemas.openxmlformats.org/officeDocument/2006/relationships/slide"/><Relationship Id="rId14" Target="slides/slide10.xml" Type="http://schemas.openxmlformats.org/officeDocument/2006/relationships/slide"/><Relationship Id="rId15" Target="slides/slide11.xml" Type="http://schemas.openxmlformats.org/officeDocument/2006/relationships/slide"/><Relationship Id="rId16" Target="slides/slide12.xml" Type="http://schemas.openxmlformats.org/officeDocument/2006/relationships/slide"/><Relationship Id="rId17" Target="slides/slide13.xml" Type="http://schemas.openxmlformats.org/officeDocument/2006/relationships/slide"/><Relationship Id="rId18" Target="slides/slide14.xml" Type="http://schemas.openxmlformats.org/officeDocument/2006/relationships/slide"/><Relationship Id="rId19" Target="slides/slide15.xml" Type="http://schemas.openxmlformats.org/officeDocument/2006/relationships/slide"/><Relationship Id="rId2" Target="../customXml/item2.xml" Type="http://schemas.openxmlformats.org/officeDocument/2006/relationships/customXml"/><Relationship Id="rId20" Target="slides/slide16.xml" Type="http://schemas.openxmlformats.org/officeDocument/2006/relationships/slide"/><Relationship Id="rId21" Target="slides/slide17.xml" Type="http://schemas.openxmlformats.org/officeDocument/2006/relationships/slide"/><Relationship Id="rId22" Target="presProps.xml" Type="http://schemas.openxmlformats.org/officeDocument/2006/relationships/presProps"/><Relationship Id="rId23" Target="viewProps.xml" Type="http://schemas.openxmlformats.org/officeDocument/2006/relationships/viewProps"/><Relationship Id="rId24" Target="theme/theme1.xml" Type="http://schemas.openxmlformats.org/officeDocument/2006/relationships/theme"/><Relationship Id="rId25" Target="tableStyles.xml" Type="http://schemas.openxmlformats.org/officeDocument/2006/relationships/tableStyles"/><Relationship Id="rId26" Target="changesInfos/changesInfo1.xml" Type="http://schemas.microsoft.com/office/2016/11/relationships/changesInfo"/><Relationship Id="rId27" Target="revisionInfo.xml" Type="http://schemas.microsoft.com/office/2015/10/relationships/revisionInfo"/><Relationship Id="rId3" Target="../customXml/item3.xml" Type="http://schemas.openxmlformats.org/officeDocument/2006/relationships/customXml"/><Relationship Id="rId4" Target="slideMasters/slideMaster1.xml" Type="http://schemas.openxmlformats.org/officeDocument/2006/relationships/slideMaster"/><Relationship Id="rId5" Target="slides/slide1.xml" Type="http://schemas.openxmlformats.org/officeDocument/2006/relationships/slide"/><Relationship Id="rId6" Target="slides/slide2.xml" Type="http://schemas.openxmlformats.org/officeDocument/2006/relationships/slide"/><Relationship Id="rId7" Target="slides/slide3.xml" Type="http://schemas.openxmlformats.org/officeDocument/2006/relationships/slide"/><Relationship Id="rId8" Target="slides/slide4.xml" Type="http://schemas.openxmlformats.org/officeDocument/2006/relationships/slide"/><Relationship Id="rId9" Target="slides/slide5.xml" Type="http://schemas.openxmlformats.org/officeDocument/2006/relationships/slide"/></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mes Sommer" userId="f395cb0f48012637" providerId="LiveId" clId="{A303BCAF-5EEC-49B1-889A-81DCEF51F401}"/>
    <pc:docChg chg="modSld">
      <pc:chgData name="James Sommer" userId="f395cb0f48012637" providerId="LiveId" clId="{A303BCAF-5EEC-49B1-889A-81DCEF51F401}" dt="2023-11-30T20:40:56.690" v="2" actId="14100"/>
      <pc:docMkLst>
        <pc:docMk/>
      </pc:docMkLst>
      <pc:sldChg chg="modSp mod">
        <pc:chgData name="James Sommer" userId="f395cb0f48012637" providerId="LiveId" clId="{A303BCAF-5EEC-49B1-889A-81DCEF51F401}" dt="2023-11-30T20:40:56.690" v="2" actId="14100"/>
        <pc:sldMkLst>
          <pc:docMk/>
          <pc:sldMk cId="760487606" sldId="256"/>
        </pc:sldMkLst>
        <pc:spChg chg="mod">
          <ac:chgData name="James Sommer" userId="f395cb0f48012637" providerId="LiveId" clId="{A303BCAF-5EEC-49B1-889A-81DCEF51F401}" dt="2023-11-30T20:40:56.690" v="2" actId="14100"/>
          <ac:spMkLst>
            <pc:docMk/>
            <pc:sldMk cId="760487606" sldId="256"/>
            <ac:spMk id="2" creationId="{00000000-0000-0000-0000-000000000000}"/>
          </ac:spMkLst>
        </pc:spChg>
      </pc:sldChg>
    </pc:docChg>
  </pc:docChgLst>
  <pc:docChgLst>
    <pc:chgData name="Tyrone Clinton" userId="2714a063-c28e-4352-8623-706539b18aa4" providerId="ADAL" clId="{0E069DDA-AA02-4EC8-8173-8A59154A5297}"/>
    <pc:docChg chg="modSld">
      <pc:chgData name="Tyrone Clinton" userId="2714a063-c28e-4352-8623-706539b18aa4" providerId="ADAL" clId="{0E069DDA-AA02-4EC8-8173-8A59154A5297}" dt="2021-08-29T23:56:55.716" v="2"/>
      <pc:docMkLst>
        <pc:docMk/>
      </pc:docMkLst>
      <pc:sldChg chg="modSp">
        <pc:chgData name="Tyrone Clinton" userId="2714a063-c28e-4352-8623-706539b18aa4" providerId="ADAL" clId="{0E069DDA-AA02-4EC8-8173-8A59154A5297}" dt="2021-08-29T23:56:55.716" v="2"/>
        <pc:sldMkLst>
          <pc:docMk/>
          <pc:sldMk cId="3150149121" sldId="339"/>
        </pc:sldMkLst>
        <pc:spChg chg="mod">
          <ac:chgData name="Tyrone Clinton" userId="2714a063-c28e-4352-8623-706539b18aa4" providerId="ADAL" clId="{0E069DDA-AA02-4EC8-8173-8A59154A5297}" dt="2021-08-29T23:56:55.716" v="2"/>
          <ac:spMkLst>
            <pc:docMk/>
            <pc:sldMk cId="3150149121" sldId="339"/>
            <ac:spMk id="3" creationId="{00000000-0000-0000-0000-000000000000}"/>
          </ac:spMkLst>
        </pc:spChg>
      </pc:sldChg>
      <pc:sldChg chg="modSp">
        <pc:chgData name="Tyrone Clinton" userId="2714a063-c28e-4352-8623-706539b18aa4" providerId="ADAL" clId="{0E069DDA-AA02-4EC8-8173-8A59154A5297}" dt="2021-08-29T23:56:38.775" v="1" actId="20578"/>
        <pc:sldMkLst>
          <pc:docMk/>
          <pc:sldMk cId="3560281726" sldId="340"/>
        </pc:sldMkLst>
        <pc:spChg chg="mod">
          <ac:chgData name="Tyrone Clinton" userId="2714a063-c28e-4352-8623-706539b18aa4" providerId="ADAL" clId="{0E069DDA-AA02-4EC8-8173-8A59154A5297}" dt="2021-08-29T23:56:38.775" v="1" actId="20578"/>
          <ac:spMkLst>
            <pc:docMk/>
            <pc:sldMk cId="3560281726" sldId="340"/>
            <ac:spMk id="3" creationId="{00000000-0000-0000-0000-000000000000}"/>
          </ac:spMkLst>
        </pc:spChg>
      </pc:sldChg>
    </pc:docChg>
  </pc:docChgLst>
  <pc:docChgLst>
    <pc:chgData name="James Sommer" userId="f395cb0f48012637" providerId="LiveId" clId="{BD79B683-689C-4FBF-871A-8F4210D37572}"/>
    <pc:docChg chg="undo custSel addSld delSld modSld sldOrd addSection delSection modSection">
      <pc:chgData name="James Sommer" userId="f395cb0f48012637" providerId="LiveId" clId="{BD79B683-689C-4FBF-871A-8F4210D37572}" dt="2023-12-05T20:45:16.572" v="1336" actId="1076"/>
      <pc:docMkLst>
        <pc:docMk/>
      </pc:docMkLst>
      <pc:sldChg chg="modSp mod">
        <pc:chgData name="James Sommer" userId="f395cb0f48012637" providerId="LiveId" clId="{BD79B683-689C-4FBF-871A-8F4210D37572}" dt="2023-12-01T20:03:27.275" v="9" actId="1076"/>
        <pc:sldMkLst>
          <pc:docMk/>
          <pc:sldMk cId="760487606" sldId="256"/>
        </pc:sldMkLst>
        <pc:spChg chg="mod">
          <ac:chgData name="James Sommer" userId="f395cb0f48012637" providerId="LiveId" clId="{BD79B683-689C-4FBF-871A-8F4210D37572}" dt="2023-12-01T20:03:27.275" v="9" actId="1076"/>
          <ac:spMkLst>
            <pc:docMk/>
            <pc:sldMk cId="760487606" sldId="256"/>
            <ac:spMk id="2" creationId="{00000000-0000-0000-0000-000000000000}"/>
          </ac:spMkLst>
        </pc:spChg>
      </pc:sldChg>
      <pc:sldChg chg="modSp mod ord modAnim">
        <pc:chgData name="James Sommer" userId="f395cb0f48012637" providerId="LiveId" clId="{BD79B683-689C-4FBF-871A-8F4210D37572}" dt="2023-12-01T20:42:59.442" v="138" actId="27636"/>
        <pc:sldMkLst>
          <pc:docMk/>
          <pc:sldMk cId="3222839442" sldId="311"/>
        </pc:sldMkLst>
        <pc:spChg chg="mod">
          <ac:chgData name="James Sommer" userId="f395cb0f48012637" providerId="LiveId" clId="{BD79B683-689C-4FBF-871A-8F4210D37572}" dt="2023-12-01T20:42:56.136" v="136" actId="14100"/>
          <ac:spMkLst>
            <pc:docMk/>
            <pc:sldMk cId="3222839442" sldId="311"/>
            <ac:spMk id="2" creationId="{00000000-0000-0000-0000-000000000000}"/>
          </ac:spMkLst>
        </pc:spChg>
        <pc:spChg chg="mod">
          <ac:chgData name="James Sommer" userId="f395cb0f48012637" providerId="LiveId" clId="{BD79B683-689C-4FBF-871A-8F4210D37572}" dt="2023-12-01T20:42:59.442" v="138" actId="27636"/>
          <ac:spMkLst>
            <pc:docMk/>
            <pc:sldMk cId="3222839442" sldId="311"/>
            <ac:spMk id="3" creationId="{00000000-0000-0000-0000-000000000000}"/>
          </ac:spMkLst>
        </pc:spChg>
      </pc:sldChg>
      <pc:sldChg chg="del">
        <pc:chgData name="James Sommer" userId="f395cb0f48012637" providerId="LiveId" clId="{BD79B683-689C-4FBF-871A-8F4210D37572}" dt="2023-12-01T20:45:57.952" v="156" actId="2696"/>
        <pc:sldMkLst>
          <pc:docMk/>
          <pc:sldMk cId="865022532" sldId="313"/>
        </pc:sldMkLst>
      </pc:sldChg>
      <pc:sldChg chg="addSp delSp modSp mod modAnim">
        <pc:chgData name="James Sommer" userId="f395cb0f48012637" providerId="LiveId" clId="{BD79B683-689C-4FBF-871A-8F4210D37572}" dt="2023-12-01T20:42:40.434" v="127"/>
        <pc:sldMkLst>
          <pc:docMk/>
          <pc:sldMk cId="2656068651" sldId="318"/>
        </pc:sldMkLst>
        <pc:spChg chg="mod">
          <ac:chgData name="James Sommer" userId="f395cb0f48012637" providerId="LiveId" clId="{BD79B683-689C-4FBF-871A-8F4210D37572}" dt="2023-12-01T20:32:57.675" v="11" actId="1076"/>
          <ac:spMkLst>
            <pc:docMk/>
            <pc:sldMk cId="2656068651" sldId="318"/>
            <ac:spMk id="2" creationId="{00000000-0000-0000-0000-000000000000}"/>
          </ac:spMkLst>
        </pc:spChg>
        <pc:spChg chg="mod">
          <ac:chgData name="James Sommer" userId="f395cb0f48012637" providerId="LiveId" clId="{BD79B683-689C-4FBF-871A-8F4210D37572}" dt="2023-12-01T20:42:40.434" v="127"/>
          <ac:spMkLst>
            <pc:docMk/>
            <pc:sldMk cId="2656068651" sldId="318"/>
            <ac:spMk id="3" creationId="{00000000-0000-0000-0000-000000000000}"/>
          </ac:spMkLst>
        </pc:spChg>
        <pc:spChg chg="add del mod">
          <ac:chgData name="James Sommer" userId="f395cb0f48012637" providerId="LiveId" clId="{BD79B683-689C-4FBF-871A-8F4210D37572}" dt="2023-12-01T20:39:38.568" v="120"/>
          <ac:spMkLst>
            <pc:docMk/>
            <pc:sldMk cId="2656068651" sldId="318"/>
            <ac:spMk id="4" creationId="{26638A16-A6CF-FCF2-0917-2C13ECEC8108}"/>
          </ac:spMkLst>
        </pc:spChg>
        <pc:spChg chg="add del mod">
          <ac:chgData name="James Sommer" userId="f395cb0f48012637" providerId="LiveId" clId="{BD79B683-689C-4FBF-871A-8F4210D37572}" dt="2023-12-01T20:39:38.568" v="120"/>
          <ac:spMkLst>
            <pc:docMk/>
            <pc:sldMk cId="2656068651" sldId="318"/>
            <ac:spMk id="6" creationId="{F0F9E5AC-C34D-7A17-9295-4F5BC95E8945}"/>
          </ac:spMkLst>
        </pc:spChg>
        <pc:graphicFrameChg chg="add del mod">
          <ac:chgData name="James Sommer" userId="f395cb0f48012637" providerId="LiveId" clId="{BD79B683-689C-4FBF-871A-8F4210D37572}" dt="2023-12-01T20:39:38.568" v="120"/>
          <ac:graphicFrameMkLst>
            <pc:docMk/>
            <pc:sldMk cId="2656068651" sldId="318"/>
            <ac:graphicFrameMk id="5" creationId="{F1CCF0D1-D468-88A0-2317-FDAA001F2D40}"/>
          </ac:graphicFrameMkLst>
        </pc:graphicFrameChg>
        <pc:picChg chg="add mod">
          <ac:chgData name="James Sommer" userId="f395cb0f48012637" providerId="LiveId" clId="{BD79B683-689C-4FBF-871A-8F4210D37572}" dt="2023-12-01T20:40:09.053" v="125" actId="14100"/>
          <ac:picMkLst>
            <pc:docMk/>
            <pc:sldMk cId="2656068651" sldId="318"/>
            <ac:picMk id="7" creationId="{14D27A49-EB63-2F06-3306-4D4958957180}"/>
          </ac:picMkLst>
        </pc:picChg>
      </pc:sldChg>
      <pc:sldChg chg="del">
        <pc:chgData name="James Sommer" userId="f395cb0f48012637" providerId="LiveId" clId="{BD79B683-689C-4FBF-871A-8F4210D37572}" dt="2023-12-01T20:45:57.952" v="156" actId="2696"/>
        <pc:sldMkLst>
          <pc:docMk/>
          <pc:sldMk cId="1372433121" sldId="325"/>
        </pc:sldMkLst>
      </pc:sldChg>
      <pc:sldChg chg="addSp delSp modSp new mod">
        <pc:chgData name="James Sommer" userId="f395cb0f48012637" providerId="LiveId" clId="{BD79B683-689C-4FBF-871A-8F4210D37572}" dt="2023-12-01T20:44:09.730" v="144" actId="14100"/>
        <pc:sldMkLst>
          <pc:docMk/>
          <pc:sldMk cId="2443290253" sldId="326"/>
        </pc:sldMkLst>
        <pc:spChg chg="mod">
          <ac:chgData name="James Sommer" userId="f395cb0f48012637" providerId="LiveId" clId="{BD79B683-689C-4FBF-871A-8F4210D37572}" dt="2023-12-01T20:43:50.147" v="141" actId="14100"/>
          <ac:spMkLst>
            <pc:docMk/>
            <pc:sldMk cId="2443290253" sldId="326"/>
            <ac:spMk id="2" creationId="{60693EAB-317C-1329-9A6C-A66118939C92}"/>
          </ac:spMkLst>
        </pc:spChg>
        <pc:spChg chg="del">
          <ac:chgData name="James Sommer" userId="f395cb0f48012637" providerId="LiveId" clId="{BD79B683-689C-4FBF-871A-8F4210D37572}" dt="2023-12-01T20:44:04.137" v="142" actId="478"/>
          <ac:spMkLst>
            <pc:docMk/>
            <pc:sldMk cId="2443290253" sldId="326"/>
            <ac:spMk id="3" creationId="{046D3B83-EE85-2B68-5893-99E6B3C6D4C1}"/>
          </ac:spMkLst>
        </pc:spChg>
        <pc:picChg chg="add mod">
          <ac:chgData name="James Sommer" userId="f395cb0f48012637" providerId="LiveId" clId="{BD79B683-689C-4FBF-871A-8F4210D37572}" dt="2023-12-01T20:44:09.730" v="144" actId="14100"/>
          <ac:picMkLst>
            <pc:docMk/>
            <pc:sldMk cId="2443290253" sldId="326"/>
            <ac:picMk id="4" creationId="{E437364A-8FF4-574B-FDEE-B059B5AD5DC2}"/>
          </ac:picMkLst>
        </pc:picChg>
      </pc:sldChg>
      <pc:sldChg chg="addSp modSp new mod">
        <pc:chgData name="James Sommer" userId="f395cb0f48012637" providerId="LiveId" clId="{BD79B683-689C-4FBF-871A-8F4210D37572}" dt="2023-12-01T20:45:38.050" v="154" actId="1076"/>
        <pc:sldMkLst>
          <pc:docMk/>
          <pc:sldMk cId="1370426148" sldId="327"/>
        </pc:sldMkLst>
        <pc:spChg chg="mod">
          <ac:chgData name="James Sommer" userId="f395cb0f48012637" providerId="LiveId" clId="{BD79B683-689C-4FBF-871A-8F4210D37572}" dt="2023-12-01T20:44:46.408" v="147" actId="14100"/>
          <ac:spMkLst>
            <pc:docMk/>
            <pc:sldMk cId="1370426148" sldId="327"/>
            <ac:spMk id="2" creationId="{E09600A1-A965-DCBD-61CF-8B3DC76122E5}"/>
          </ac:spMkLst>
        </pc:spChg>
        <pc:spChg chg="mod">
          <ac:chgData name="James Sommer" userId="f395cb0f48012637" providerId="LiveId" clId="{BD79B683-689C-4FBF-871A-8F4210D37572}" dt="2023-12-01T20:45:16.530" v="150" actId="1076"/>
          <ac:spMkLst>
            <pc:docMk/>
            <pc:sldMk cId="1370426148" sldId="327"/>
            <ac:spMk id="3" creationId="{7C6EF4A3-2379-866C-73F3-13C7C44671E2}"/>
          </ac:spMkLst>
        </pc:spChg>
        <pc:picChg chg="add mod">
          <ac:chgData name="James Sommer" userId="f395cb0f48012637" providerId="LiveId" clId="{BD79B683-689C-4FBF-871A-8F4210D37572}" dt="2023-12-01T20:45:38.050" v="154" actId="1076"/>
          <ac:picMkLst>
            <pc:docMk/>
            <pc:sldMk cId="1370426148" sldId="327"/>
            <ac:picMk id="4" creationId="{BB204AD8-B92F-AD25-41B0-4B81F401F2B3}"/>
          </ac:picMkLst>
        </pc:picChg>
      </pc:sldChg>
      <pc:sldChg chg="addSp delSp modSp new mod">
        <pc:chgData name="James Sommer" userId="f395cb0f48012637" providerId="LiveId" clId="{BD79B683-689C-4FBF-871A-8F4210D37572}" dt="2023-12-04T20:50:53.948" v="1221" actId="1076"/>
        <pc:sldMkLst>
          <pc:docMk/>
          <pc:sldMk cId="1859157808" sldId="328"/>
        </pc:sldMkLst>
        <pc:spChg chg="mod">
          <ac:chgData name="James Sommer" userId="f395cb0f48012637" providerId="LiveId" clId="{BD79B683-689C-4FBF-871A-8F4210D37572}" dt="2023-12-01T20:47:37.448" v="186" actId="1076"/>
          <ac:spMkLst>
            <pc:docMk/>
            <pc:sldMk cId="1859157808" sldId="328"/>
            <ac:spMk id="2" creationId="{819874E9-34D8-DCC8-0095-5C594174DB9C}"/>
          </ac:spMkLst>
        </pc:spChg>
        <pc:spChg chg="add del mod">
          <ac:chgData name="James Sommer" userId="f395cb0f48012637" providerId="LiveId" clId="{BD79B683-689C-4FBF-871A-8F4210D37572}" dt="2023-12-01T20:46:48.340" v="168"/>
          <ac:spMkLst>
            <pc:docMk/>
            <pc:sldMk cId="1859157808" sldId="328"/>
            <ac:spMk id="3" creationId="{B97600B1-4E01-6E50-4266-D842725DFC62}"/>
          </ac:spMkLst>
        </pc:spChg>
        <pc:spChg chg="add del mod">
          <ac:chgData name="James Sommer" userId="f395cb0f48012637" providerId="LiveId" clId="{BD79B683-689C-4FBF-871A-8F4210D37572}" dt="2023-12-04T20:50:48.706" v="1219" actId="478"/>
          <ac:spMkLst>
            <pc:docMk/>
            <pc:sldMk cId="1859157808" sldId="328"/>
            <ac:spMk id="5" creationId="{933E8A17-DFC4-C87B-DF9D-AD7A57F0E88D}"/>
          </ac:spMkLst>
        </pc:spChg>
        <pc:spChg chg="add del">
          <ac:chgData name="James Sommer" userId="f395cb0f48012637" providerId="LiveId" clId="{BD79B683-689C-4FBF-871A-8F4210D37572}" dt="2023-12-01T20:49:29.996" v="199" actId="22"/>
          <ac:spMkLst>
            <pc:docMk/>
            <pc:sldMk cId="1859157808" sldId="328"/>
            <ac:spMk id="10" creationId="{F4CD6FE7-7B86-123B-DCC9-32F4F38E4C06}"/>
          </ac:spMkLst>
        </pc:spChg>
        <pc:graphicFrameChg chg="add mod modGraphic">
          <ac:chgData name="James Sommer" userId="f395cb0f48012637" providerId="LiveId" clId="{BD79B683-689C-4FBF-871A-8F4210D37572}" dt="2023-12-04T20:50:39.919" v="1217" actId="1076"/>
          <ac:graphicFrameMkLst>
            <pc:docMk/>
            <pc:sldMk cId="1859157808" sldId="328"/>
            <ac:graphicFrameMk id="3" creationId="{1EF6A02F-0FA4-C668-6412-9BA4DB97B494}"/>
          </ac:graphicFrameMkLst>
        </pc:graphicFrameChg>
        <pc:graphicFrameChg chg="add del mod">
          <ac:chgData name="James Sommer" userId="f395cb0f48012637" providerId="LiveId" clId="{BD79B683-689C-4FBF-871A-8F4210D37572}" dt="2023-12-01T20:46:37.096" v="163"/>
          <ac:graphicFrameMkLst>
            <pc:docMk/>
            <pc:sldMk cId="1859157808" sldId="328"/>
            <ac:graphicFrameMk id="4" creationId="{C6463D62-FE4A-0EED-93C4-217D95795693}"/>
          </ac:graphicFrameMkLst>
        </pc:graphicFrameChg>
        <pc:graphicFrameChg chg="add del mod">
          <ac:chgData name="James Sommer" userId="f395cb0f48012637" providerId="LiveId" clId="{BD79B683-689C-4FBF-871A-8F4210D37572}" dt="2023-12-01T20:46:41.740" v="165"/>
          <ac:graphicFrameMkLst>
            <pc:docMk/>
            <pc:sldMk cId="1859157808" sldId="328"/>
            <ac:graphicFrameMk id="5" creationId="{25EDAE1A-5569-B771-60E9-B906D99DCE8F}"/>
          </ac:graphicFrameMkLst>
        </pc:graphicFrameChg>
        <pc:graphicFrameChg chg="add del mod">
          <ac:chgData name="James Sommer" userId="f395cb0f48012637" providerId="LiveId" clId="{BD79B683-689C-4FBF-871A-8F4210D37572}" dt="2023-12-01T20:46:45.840" v="167"/>
          <ac:graphicFrameMkLst>
            <pc:docMk/>
            <pc:sldMk cId="1859157808" sldId="328"/>
            <ac:graphicFrameMk id="6" creationId="{58D04FC4-07C4-25FC-0D16-92F9A7A8BE37}"/>
          </ac:graphicFrameMkLst>
        </pc:graphicFrameChg>
        <pc:graphicFrameChg chg="add del mod modGraphic">
          <ac:chgData name="James Sommer" userId="f395cb0f48012637" providerId="LiveId" clId="{BD79B683-689C-4FBF-871A-8F4210D37572}" dt="2023-12-04T20:50:42.061" v="1218" actId="478"/>
          <ac:graphicFrameMkLst>
            <pc:docMk/>
            <pc:sldMk cId="1859157808" sldId="328"/>
            <ac:graphicFrameMk id="7" creationId="{8122D38A-7131-223C-8DBF-16CDBC17CE5B}"/>
          </ac:graphicFrameMkLst>
        </pc:graphicFrameChg>
        <pc:picChg chg="add mod">
          <ac:chgData name="James Sommer" userId="f395cb0f48012637" providerId="LiveId" clId="{BD79B683-689C-4FBF-871A-8F4210D37572}" dt="2023-12-04T20:50:53.948" v="1221" actId="1076"/>
          <ac:picMkLst>
            <pc:docMk/>
            <pc:sldMk cId="1859157808" sldId="328"/>
            <ac:picMk id="8" creationId="{7A817C1F-7293-6619-CCFC-AF2BD9C9E681}"/>
          </ac:picMkLst>
        </pc:picChg>
      </pc:sldChg>
      <pc:sldChg chg="modSp new mod">
        <pc:chgData name="James Sommer" userId="f395cb0f48012637" providerId="LiveId" clId="{BD79B683-689C-4FBF-871A-8F4210D37572}" dt="2023-12-04T20:51:06.560" v="1222"/>
        <pc:sldMkLst>
          <pc:docMk/>
          <pc:sldMk cId="4242524385" sldId="329"/>
        </pc:sldMkLst>
        <pc:spChg chg="mod">
          <ac:chgData name="James Sommer" userId="f395cb0f48012637" providerId="LiveId" clId="{BD79B683-689C-4FBF-871A-8F4210D37572}" dt="2023-12-01T21:30:37.232" v="1005" actId="27636"/>
          <ac:spMkLst>
            <pc:docMk/>
            <pc:sldMk cId="4242524385" sldId="329"/>
            <ac:spMk id="2" creationId="{4F7D2355-61D2-E920-A687-6396E2DC100A}"/>
          </ac:spMkLst>
        </pc:spChg>
        <pc:spChg chg="mod">
          <ac:chgData name="James Sommer" userId="f395cb0f48012637" providerId="LiveId" clId="{BD79B683-689C-4FBF-871A-8F4210D37572}" dt="2023-12-04T20:51:06.560" v="1222"/>
          <ac:spMkLst>
            <pc:docMk/>
            <pc:sldMk cId="4242524385" sldId="329"/>
            <ac:spMk id="3" creationId="{F2CDA22B-2A74-2BF8-AE77-E1D8BEFE0F2A}"/>
          </ac:spMkLst>
        </pc:spChg>
      </pc:sldChg>
      <pc:sldChg chg="addSp delSp modSp new mod">
        <pc:chgData name="James Sommer" userId="f395cb0f48012637" providerId="LiveId" clId="{BD79B683-689C-4FBF-871A-8F4210D37572}" dt="2023-12-05T20:23:56.555" v="1245" actId="207"/>
        <pc:sldMkLst>
          <pc:docMk/>
          <pc:sldMk cId="2605478033" sldId="330"/>
        </pc:sldMkLst>
        <pc:spChg chg="mod">
          <ac:chgData name="James Sommer" userId="f395cb0f48012637" providerId="LiveId" clId="{BD79B683-689C-4FBF-871A-8F4210D37572}" dt="2023-12-01T21:31:16.656" v="1020" actId="20577"/>
          <ac:spMkLst>
            <pc:docMk/>
            <pc:sldMk cId="2605478033" sldId="330"/>
            <ac:spMk id="2" creationId="{E7D358BA-E416-03D1-A704-BA9CF964275A}"/>
          </ac:spMkLst>
        </pc:spChg>
        <pc:spChg chg="mod">
          <ac:chgData name="James Sommer" userId="f395cb0f48012637" providerId="LiveId" clId="{BD79B683-689C-4FBF-871A-8F4210D37572}" dt="2023-12-04T20:51:36.356" v="1227"/>
          <ac:spMkLst>
            <pc:docMk/>
            <pc:sldMk cId="2605478033" sldId="330"/>
            <ac:spMk id="3" creationId="{6A4C2740-84F0-B085-82FD-5C332C3AFCD2}"/>
          </ac:spMkLst>
        </pc:spChg>
        <pc:graphicFrameChg chg="add mod modGraphic">
          <ac:chgData name="James Sommer" userId="f395cb0f48012637" providerId="LiveId" clId="{BD79B683-689C-4FBF-871A-8F4210D37572}" dt="2023-12-05T20:23:56.555" v="1245" actId="207"/>
          <ac:graphicFrameMkLst>
            <pc:docMk/>
            <pc:sldMk cId="2605478033" sldId="330"/>
            <ac:graphicFrameMk id="5" creationId="{0782CBA0-5396-1780-B2D7-2AD7CA07D9F5}"/>
          </ac:graphicFrameMkLst>
        </pc:graphicFrameChg>
        <pc:picChg chg="add del mod">
          <ac:chgData name="James Sommer" userId="f395cb0f48012637" providerId="LiveId" clId="{BD79B683-689C-4FBF-871A-8F4210D37572}" dt="2023-12-01T21:03:43.178" v="523" actId="478"/>
          <ac:picMkLst>
            <pc:docMk/>
            <pc:sldMk cId="2605478033" sldId="330"/>
            <ac:picMk id="4" creationId="{75F7B70D-214C-2129-E4A0-57F07C9B92CF}"/>
          </ac:picMkLst>
        </pc:picChg>
      </pc:sldChg>
      <pc:sldChg chg="addSp modSp new mod">
        <pc:chgData name="James Sommer" userId="f395cb0f48012637" providerId="LiveId" clId="{BD79B683-689C-4FBF-871A-8F4210D37572}" dt="2023-12-01T21:42:29.941" v="1082" actId="20577"/>
        <pc:sldMkLst>
          <pc:docMk/>
          <pc:sldMk cId="98825877" sldId="331"/>
        </pc:sldMkLst>
        <pc:spChg chg="mod">
          <ac:chgData name="James Sommer" userId="f395cb0f48012637" providerId="LiveId" clId="{BD79B683-689C-4FBF-871A-8F4210D37572}" dt="2023-12-01T21:31:29.147" v="1023" actId="20577"/>
          <ac:spMkLst>
            <pc:docMk/>
            <pc:sldMk cId="98825877" sldId="331"/>
            <ac:spMk id="2" creationId="{93BB5AE9-4DB3-1586-505A-89B110282C13}"/>
          </ac:spMkLst>
        </pc:spChg>
        <pc:spChg chg="mod">
          <ac:chgData name="James Sommer" userId="f395cb0f48012637" providerId="LiveId" clId="{BD79B683-689C-4FBF-871A-8F4210D37572}" dt="2023-12-01T21:42:29.941" v="1082" actId="20577"/>
          <ac:spMkLst>
            <pc:docMk/>
            <pc:sldMk cId="98825877" sldId="331"/>
            <ac:spMk id="3" creationId="{CFA3582C-2185-AF0F-4836-7C75958A1FF0}"/>
          </ac:spMkLst>
        </pc:spChg>
        <pc:picChg chg="add mod">
          <ac:chgData name="James Sommer" userId="f395cb0f48012637" providerId="LiveId" clId="{BD79B683-689C-4FBF-871A-8F4210D37572}" dt="2023-12-01T21:05:58.854" v="537" actId="14100"/>
          <ac:picMkLst>
            <pc:docMk/>
            <pc:sldMk cId="98825877" sldId="331"/>
            <ac:picMk id="4" creationId="{245FD941-3B61-D28A-B96A-C0A23D280F6F}"/>
          </ac:picMkLst>
        </pc:picChg>
      </pc:sldChg>
      <pc:sldChg chg="addSp delSp modSp new mod">
        <pc:chgData name="James Sommer" userId="f395cb0f48012637" providerId="LiveId" clId="{BD79B683-689C-4FBF-871A-8F4210D37572}" dt="2023-12-05T20:38:15.942" v="1298" actId="20577"/>
        <pc:sldMkLst>
          <pc:docMk/>
          <pc:sldMk cId="1744838096" sldId="332"/>
        </pc:sldMkLst>
        <pc:spChg chg="mod">
          <ac:chgData name="James Sommer" userId="f395cb0f48012637" providerId="LiveId" clId="{BD79B683-689C-4FBF-871A-8F4210D37572}" dt="2023-12-01T21:16:30.541" v="693" actId="1076"/>
          <ac:spMkLst>
            <pc:docMk/>
            <pc:sldMk cId="1744838096" sldId="332"/>
            <ac:spMk id="2" creationId="{25AA5415-60CE-F42C-AF58-DCDDE4019DF1}"/>
          </ac:spMkLst>
        </pc:spChg>
        <pc:spChg chg="mod">
          <ac:chgData name="James Sommer" userId="f395cb0f48012637" providerId="LiveId" clId="{BD79B683-689C-4FBF-871A-8F4210D37572}" dt="2023-12-05T20:36:28.424" v="1288" actId="403"/>
          <ac:spMkLst>
            <pc:docMk/>
            <pc:sldMk cId="1744838096" sldId="332"/>
            <ac:spMk id="3" creationId="{03378B73-C35C-5E56-37A6-48EEF8D9A7A7}"/>
          </ac:spMkLst>
        </pc:spChg>
        <pc:spChg chg="add del mod">
          <ac:chgData name="James Sommer" userId="f395cb0f48012637" providerId="LiveId" clId="{BD79B683-689C-4FBF-871A-8F4210D37572}" dt="2023-12-01T21:24:45.150" v="917"/>
          <ac:spMkLst>
            <pc:docMk/>
            <pc:sldMk cId="1744838096" sldId="332"/>
            <ac:spMk id="5" creationId="{810E0888-D672-3617-8CDA-989902D5EDCC}"/>
          </ac:spMkLst>
        </pc:spChg>
        <pc:spChg chg="add mod">
          <ac:chgData name="James Sommer" userId="f395cb0f48012637" providerId="LiveId" clId="{BD79B683-689C-4FBF-871A-8F4210D37572}" dt="2023-12-05T20:38:15.942" v="1298" actId="20577"/>
          <ac:spMkLst>
            <pc:docMk/>
            <pc:sldMk cId="1744838096" sldId="332"/>
            <ac:spMk id="8" creationId="{3DEF68BB-E48C-277E-8715-8BE103FF936A}"/>
          </ac:spMkLst>
        </pc:spChg>
        <pc:spChg chg="add del mod">
          <ac:chgData name="James Sommer" userId="f395cb0f48012637" providerId="LiveId" clId="{BD79B683-689C-4FBF-871A-8F4210D37572}" dt="2023-12-01T21:26:37.627" v="931"/>
          <ac:spMkLst>
            <pc:docMk/>
            <pc:sldMk cId="1744838096" sldId="332"/>
            <ac:spMk id="9" creationId="{F0130B82-D53E-4514-16F6-1EBDC0421DCE}"/>
          </ac:spMkLst>
        </pc:spChg>
        <pc:spChg chg="add mod">
          <ac:chgData name="James Sommer" userId="f395cb0f48012637" providerId="LiveId" clId="{BD79B683-689C-4FBF-871A-8F4210D37572}" dt="2023-12-01T21:26:46.740" v="934" actId="1076"/>
          <ac:spMkLst>
            <pc:docMk/>
            <pc:sldMk cId="1744838096" sldId="332"/>
            <ac:spMk id="11" creationId="{49AE9E06-1886-0152-A8D5-BE4B7C02C30B}"/>
          </ac:spMkLst>
        </pc:spChg>
        <pc:graphicFrameChg chg="add del mod modGraphic">
          <ac:chgData name="James Sommer" userId="f395cb0f48012637" providerId="LiveId" clId="{BD79B683-689C-4FBF-871A-8F4210D37572}" dt="2023-12-01T21:21:39.782" v="796" actId="478"/>
          <ac:graphicFrameMkLst>
            <pc:docMk/>
            <pc:sldMk cId="1744838096" sldId="332"/>
            <ac:graphicFrameMk id="4" creationId="{AE3F46BC-1818-1DCE-0BA0-585EF7E4FEC8}"/>
          </ac:graphicFrameMkLst>
        </pc:graphicFrameChg>
        <pc:graphicFrameChg chg="add del">
          <ac:chgData name="James Sommer" userId="f395cb0f48012637" providerId="LiveId" clId="{BD79B683-689C-4FBF-871A-8F4210D37572}" dt="2023-12-01T21:24:45.150" v="917"/>
          <ac:graphicFrameMkLst>
            <pc:docMk/>
            <pc:sldMk cId="1744838096" sldId="332"/>
            <ac:graphicFrameMk id="6" creationId="{B63DB970-61D4-8BF4-FDB0-B2B7C70E8F20}"/>
          </ac:graphicFrameMkLst>
        </pc:graphicFrameChg>
        <pc:graphicFrameChg chg="add del mod">
          <ac:chgData name="James Sommer" userId="f395cb0f48012637" providerId="LiveId" clId="{BD79B683-689C-4FBF-871A-8F4210D37572}" dt="2023-12-01T21:26:37.627" v="931"/>
          <ac:graphicFrameMkLst>
            <pc:docMk/>
            <pc:sldMk cId="1744838096" sldId="332"/>
            <ac:graphicFrameMk id="10" creationId="{A3AE38AD-10A9-B800-4FA3-46D1A73A3EAF}"/>
          </ac:graphicFrameMkLst>
        </pc:graphicFrameChg>
        <pc:graphicFrameChg chg="add del mod">
          <ac:chgData name="James Sommer" userId="f395cb0f48012637" providerId="LiveId" clId="{BD79B683-689C-4FBF-871A-8F4210D37572}" dt="2023-12-01T21:29:55.792" v="999" actId="478"/>
          <ac:graphicFrameMkLst>
            <pc:docMk/>
            <pc:sldMk cId="1744838096" sldId="332"/>
            <ac:graphicFrameMk id="12" creationId="{238DD59B-B510-59C7-8827-EB9BF5568380}"/>
          </ac:graphicFrameMkLst>
        </pc:graphicFrameChg>
        <pc:picChg chg="add del mod">
          <ac:chgData name="James Sommer" userId="f395cb0f48012637" providerId="LiveId" clId="{BD79B683-689C-4FBF-871A-8F4210D37572}" dt="2023-12-05T20:35:54.372" v="1253" actId="478"/>
          <ac:picMkLst>
            <pc:docMk/>
            <pc:sldMk cId="1744838096" sldId="332"/>
            <ac:picMk id="13" creationId="{6FD7994F-C30D-D5F1-8F9E-89FDEE0D33AA}"/>
          </ac:picMkLst>
        </pc:picChg>
      </pc:sldChg>
      <pc:sldChg chg="addSp delSp modSp new mod">
        <pc:chgData name="James Sommer" userId="f395cb0f48012637" providerId="LiveId" clId="{BD79B683-689C-4FBF-871A-8F4210D37572}" dt="2023-12-05T20:28:54.661" v="1252" actId="14100"/>
        <pc:sldMkLst>
          <pc:docMk/>
          <pc:sldMk cId="540318975" sldId="333"/>
        </pc:sldMkLst>
        <pc:spChg chg="mod">
          <ac:chgData name="James Sommer" userId="f395cb0f48012637" providerId="LiveId" clId="{BD79B683-689C-4FBF-871A-8F4210D37572}" dt="2023-12-01T21:21:34.705" v="795" actId="20577"/>
          <ac:spMkLst>
            <pc:docMk/>
            <pc:sldMk cId="540318975" sldId="333"/>
            <ac:spMk id="2" creationId="{F7BA3512-A2DE-8AAC-1CE5-0952D50853AC}"/>
          </ac:spMkLst>
        </pc:spChg>
        <pc:spChg chg="del mod">
          <ac:chgData name="James Sommer" userId="f395cb0f48012637" providerId="LiveId" clId="{BD79B683-689C-4FBF-871A-8F4210D37572}" dt="2023-12-01T21:20:44.469" v="742" actId="478"/>
          <ac:spMkLst>
            <pc:docMk/>
            <pc:sldMk cId="540318975" sldId="333"/>
            <ac:spMk id="3" creationId="{A336A5AE-766A-B1AF-3BD8-7FEEDF375F73}"/>
          </ac:spMkLst>
        </pc:spChg>
        <pc:graphicFrameChg chg="add mod modGraphic">
          <ac:chgData name="James Sommer" userId="f395cb0f48012637" providerId="LiveId" clId="{BD79B683-689C-4FBF-871A-8F4210D37572}" dt="2023-12-05T20:28:54.661" v="1252" actId="14100"/>
          <ac:graphicFrameMkLst>
            <pc:docMk/>
            <pc:sldMk cId="540318975" sldId="333"/>
            <ac:graphicFrameMk id="3" creationId="{BE8BB1AA-670C-7F0E-B0F3-73ACD6B12000}"/>
          </ac:graphicFrameMkLst>
        </pc:graphicFrameChg>
        <pc:picChg chg="add del mod">
          <ac:chgData name="James Sommer" userId="f395cb0f48012637" providerId="LiveId" clId="{BD79B683-689C-4FBF-871A-8F4210D37572}" dt="2023-12-05T20:28:28.715" v="1246" actId="478"/>
          <ac:picMkLst>
            <pc:docMk/>
            <pc:sldMk cId="540318975" sldId="333"/>
            <ac:picMk id="4" creationId="{57E89B72-2F81-7543-91DB-F4A1EA937938}"/>
          </ac:picMkLst>
        </pc:picChg>
      </pc:sldChg>
      <pc:sldChg chg="addSp delSp modSp new mod">
        <pc:chgData name="James Sommer" userId="f395cb0f48012637" providerId="LiveId" clId="{BD79B683-689C-4FBF-871A-8F4210D37572}" dt="2023-12-05T20:44:45.138" v="1329" actId="478"/>
        <pc:sldMkLst>
          <pc:docMk/>
          <pc:sldMk cId="2856341989" sldId="334"/>
        </pc:sldMkLst>
        <pc:spChg chg="mod">
          <ac:chgData name="James Sommer" userId="f395cb0f48012637" providerId="LiveId" clId="{BD79B683-689C-4FBF-871A-8F4210D37572}" dt="2023-12-05T20:44:15.987" v="1323" actId="14100"/>
          <ac:spMkLst>
            <pc:docMk/>
            <pc:sldMk cId="2856341989" sldId="334"/>
            <ac:spMk id="2" creationId="{A15F4F6B-ACE7-6AC9-D71A-AA3D79810D53}"/>
          </ac:spMkLst>
        </pc:spChg>
        <pc:spChg chg="mod">
          <ac:chgData name="James Sommer" userId="f395cb0f48012637" providerId="LiveId" clId="{BD79B683-689C-4FBF-871A-8F4210D37572}" dt="2023-12-05T20:44:27.574" v="1326" actId="14100"/>
          <ac:spMkLst>
            <pc:docMk/>
            <pc:sldMk cId="2856341989" sldId="334"/>
            <ac:spMk id="3" creationId="{0090053D-5D63-DC0D-8C10-4953AD81300B}"/>
          </ac:spMkLst>
        </pc:spChg>
        <pc:graphicFrameChg chg="add del mod modGraphic">
          <ac:chgData name="James Sommer" userId="f395cb0f48012637" providerId="LiveId" clId="{BD79B683-689C-4FBF-871A-8F4210D37572}" dt="2023-12-05T20:40:24.969" v="1299" actId="478"/>
          <ac:graphicFrameMkLst>
            <pc:docMk/>
            <pc:sldMk cId="2856341989" sldId="334"/>
            <ac:graphicFrameMk id="4" creationId="{95873E31-028D-C25A-77B4-9EA2D75094B6}"/>
          </ac:graphicFrameMkLst>
        </pc:graphicFrameChg>
        <pc:picChg chg="add mod">
          <ac:chgData name="James Sommer" userId="f395cb0f48012637" providerId="LiveId" clId="{BD79B683-689C-4FBF-871A-8F4210D37572}" dt="2023-12-05T20:44:24.298" v="1325" actId="1076"/>
          <ac:picMkLst>
            <pc:docMk/>
            <pc:sldMk cId="2856341989" sldId="334"/>
            <ac:picMk id="6" creationId="{BC83E7E2-9D25-9E1A-FC81-C0600D843A17}"/>
          </ac:picMkLst>
        </pc:picChg>
        <pc:picChg chg="add del mod">
          <ac:chgData name="James Sommer" userId="f395cb0f48012637" providerId="LiveId" clId="{BD79B683-689C-4FBF-871A-8F4210D37572}" dt="2023-12-05T20:44:45.138" v="1329" actId="478"/>
          <ac:picMkLst>
            <pc:docMk/>
            <pc:sldMk cId="2856341989" sldId="334"/>
            <ac:picMk id="7" creationId="{E271ABA5-0D16-4CD8-CAC8-8C981B9E8583}"/>
          </ac:picMkLst>
        </pc:picChg>
      </pc:sldChg>
      <pc:sldChg chg="modSp new mod">
        <pc:chgData name="James Sommer" userId="f395cb0f48012637" providerId="LiveId" clId="{BD79B683-689C-4FBF-871A-8F4210D37572}" dt="2023-12-04T21:11:01.418" v="1240" actId="20577"/>
        <pc:sldMkLst>
          <pc:docMk/>
          <pc:sldMk cId="1836956890" sldId="335"/>
        </pc:sldMkLst>
        <pc:spChg chg="mod">
          <ac:chgData name="James Sommer" userId="f395cb0f48012637" providerId="LiveId" clId="{BD79B683-689C-4FBF-871A-8F4210D37572}" dt="2023-12-01T21:40:27.132" v="1067" actId="14100"/>
          <ac:spMkLst>
            <pc:docMk/>
            <pc:sldMk cId="1836956890" sldId="335"/>
            <ac:spMk id="2" creationId="{43D3BD5D-9234-6A7F-8665-66B021AF01B2}"/>
          </ac:spMkLst>
        </pc:spChg>
        <pc:spChg chg="mod">
          <ac:chgData name="James Sommer" userId="f395cb0f48012637" providerId="LiveId" clId="{BD79B683-689C-4FBF-871A-8F4210D37572}" dt="2023-12-04T21:11:01.418" v="1240" actId="20577"/>
          <ac:spMkLst>
            <pc:docMk/>
            <pc:sldMk cId="1836956890" sldId="335"/>
            <ac:spMk id="3" creationId="{BA32DDE1-C3C1-0A26-2778-1623FC2A6CAC}"/>
          </ac:spMkLst>
        </pc:spChg>
      </pc:sldChg>
      <pc:sldChg chg="modSp new mod">
        <pc:chgData name="James Sommer" userId="f395cb0f48012637" providerId="LiveId" clId="{BD79B683-689C-4FBF-871A-8F4210D37572}" dt="2023-12-01T21:46:49.449" v="1147" actId="403"/>
        <pc:sldMkLst>
          <pc:docMk/>
          <pc:sldMk cId="2191404396" sldId="336"/>
        </pc:sldMkLst>
        <pc:spChg chg="mod">
          <ac:chgData name="James Sommer" userId="f395cb0f48012637" providerId="LiveId" clId="{BD79B683-689C-4FBF-871A-8F4210D37572}" dt="2023-12-01T21:44:53.253" v="1115" actId="14100"/>
          <ac:spMkLst>
            <pc:docMk/>
            <pc:sldMk cId="2191404396" sldId="336"/>
            <ac:spMk id="2" creationId="{18741F5B-34E4-E269-A471-1F73E219DDDD}"/>
          </ac:spMkLst>
        </pc:spChg>
        <pc:spChg chg="mod">
          <ac:chgData name="James Sommer" userId="f395cb0f48012637" providerId="LiveId" clId="{BD79B683-689C-4FBF-871A-8F4210D37572}" dt="2023-12-01T21:46:49.449" v="1147" actId="403"/>
          <ac:spMkLst>
            <pc:docMk/>
            <pc:sldMk cId="2191404396" sldId="336"/>
            <ac:spMk id="3" creationId="{D2D4C419-B6AF-37C1-87EF-A1E81119283D}"/>
          </ac:spMkLst>
        </pc:spChg>
      </pc:sldChg>
      <pc:sldChg chg="addSp modSp new mod ord">
        <pc:chgData name="James Sommer" userId="f395cb0f48012637" providerId="LiveId" clId="{BD79B683-689C-4FBF-871A-8F4210D37572}" dt="2023-12-02T19:50:16.679" v="1182" actId="1076"/>
        <pc:sldMkLst>
          <pc:docMk/>
          <pc:sldMk cId="1873510052" sldId="337"/>
        </pc:sldMkLst>
        <pc:spChg chg="mod">
          <ac:chgData name="James Sommer" userId="f395cb0f48012637" providerId="LiveId" clId="{BD79B683-689C-4FBF-871A-8F4210D37572}" dt="2023-12-02T19:47:30.771" v="1158" actId="20577"/>
          <ac:spMkLst>
            <pc:docMk/>
            <pc:sldMk cId="1873510052" sldId="337"/>
            <ac:spMk id="2" creationId="{D179E5FF-3E49-C4FA-5FDD-D5991768D7BE}"/>
          </ac:spMkLst>
        </pc:spChg>
        <pc:spChg chg="mod">
          <ac:chgData name="James Sommer" userId="f395cb0f48012637" providerId="LiveId" clId="{BD79B683-689C-4FBF-871A-8F4210D37572}" dt="2023-12-02T19:50:11.245" v="1181" actId="255"/>
          <ac:spMkLst>
            <pc:docMk/>
            <pc:sldMk cId="1873510052" sldId="337"/>
            <ac:spMk id="3" creationId="{76E833E5-5244-B433-EBBC-3609B6C4FC9A}"/>
          </ac:spMkLst>
        </pc:spChg>
        <pc:picChg chg="add mod">
          <ac:chgData name="James Sommer" userId="f395cb0f48012637" providerId="LiveId" clId="{BD79B683-689C-4FBF-871A-8F4210D37572}" dt="2023-12-02T19:50:16.679" v="1182" actId="1076"/>
          <ac:picMkLst>
            <pc:docMk/>
            <pc:sldMk cId="1873510052" sldId="337"/>
            <ac:picMk id="4" creationId="{ADE202E3-4139-E6A5-0827-7B789C97C3B2}"/>
          </ac:picMkLst>
        </pc:picChg>
      </pc:sldChg>
      <pc:sldChg chg="addSp delSp modSp new mod ord">
        <pc:chgData name="James Sommer" userId="f395cb0f48012637" providerId="LiveId" clId="{BD79B683-689C-4FBF-871A-8F4210D37572}" dt="2023-12-05T20:45:16.572" v="1336" actId="1076"/>
        <pc:sldMkLst>
          <pc:docMk/>
          <pc:sldMk cId="3303876786" sldId="338"/>
        </pc:sldMkLst>
        <pc:spChg chg="mod">
          <ac:chgData name="James Sommer" userId="f395cb0f48012637" providerId="LiveId" clId="{BD79B683-689C-4FBF-871A-8F4210D37572}" dt="2023-12-05T20:45:10.113" v="1334" actId="14100"/>
          <ac:spMkLst>
            <pc:docMk/>
            <pc:sldMk cId="3303876786" sldId="338"/>
            <ac:spMk id="2" creationId="{10CD9A38-A9F1-E0EA-BF80-95710DCD76BD}"/>
          </ac:spMkLst>
        </pc:spChg>
        <pc:spChg chg="del mod">
          <ac:chgData name="James Sommer" userId="f395cb0f48012637" providerId="LiveId" clId="{BD79B683-689C-4FBF-871A-8F4210D37572}" dt="2023-12-05T20:43:25.073" v="1321" actId="478"/>
          <ac:spMkLst>
            <pc:docMk/>
            <pc:sldMk cId="3303876786" sldId="338"/>
            <ac:spMk id="3" creationId="{D7D160F8-CFD2-4459-3400-AC3E5CD447E0}"/>
          </ac:spMkLst>
        </pc:spChg>
        <pc:graphicFrameChg chg="add mod modGraphic">
          <ac:chgData name="James Sommer" userId="f395cb0f48012637" providerId="LiveId" clId="{BD79B683-689C-4FBF-871A-8F4210D37572}" dt="2023-12-05T20:45:16.572" v="1336" actId="1076"/>
          <ac:graphicFrameMkLst>
            <pc:docMk/>
            <pc:sldMk cId="3303876786" sldId="338"/>
            <ac:graphicFrameMk id="4" creationId="{D93453CB-0A98-7012-76F1-B50B25BC8F4D}"/>
          </ac:graphicFrameMkLst>
        </pc:graphicFrameChg>
        <pc:picChg chg="add mod">
          <ac:chgData name="James Sommer" userId="f395cb0f48012637" providerId="LiveId" clId="{BD79B683-689C-4FBF-871A-8F4210D37572}" dt="2023-12-05T20:45:13.335" v="1335" actId="1076"/>
          <ac:picMkLst>
            <pc:docMk/>
            <pc:sldMk cId="3303876786" sldId="338"/>
            <ac:picMk id="5" creationId="{48AB9C86-BC2F-A7A0-FF10-401F9288A76B}"/>
          </ac:picMkLst>
        </pc:picChg>
      </pc:sldChg>
    </pc:docChg>
  </pc:docChgLst>
  <pc:docChgLst>
    <pc:chgData name="James Sommer" userId="f395cb0f48012637" providerId="LiveId" clId="{E56A76A1-6FA0-4B90-B4D3-FD33B186F473}"/>
    <pc:docChg chg="undo custSel addSld modSld modSection">
      <pc:chgData name="James Sommer" userId="f395cb0f48012637" providerId="LiveId" clId="{E56A76A1-6FA0-4B90-B4D3-FD33B186F473}" dt="2024-02-15T12:21:28.736" v="62" actId="255"/>
      <pc:docMkLst>
        <pc:docMk/>
      </pc:docMkLst>
      <pc:sldChg chg="modSp new mod">
        <pc:chgData name="James Sommer" userId="f395cb0f48012637" providerId="LiveId" clId="{E56A76A1-6FA0-4B90-B4D3-FD33B186F473}" dt="2024-02-15T12:21:28.736" v="62" actId="255"/>
        <pc:sldMkLst>
          <pc:docMk/>
          <pc:sldMk cId="3030859079" sldId="339"/>
        </pc:sldMkLst>
        <pc:spChg chg="mod">
          <ac:chgData name="James Sommer" userId="f395cb0f48012637" providerId="LiveId" clId="{E56A76A1-6FA0-4B90-B4D3-FD33B186F473}" dt="2024-02-15T12:04:56.800" v="2" actId="14100"/>
          <ac:spMkLst>
            <pc:docMk/>
            <pc:sldMk cId="3030859079" sldId="339"/>
            <ac:spMk id="2" creationId="{B9879F7A-5F9C-E22D-8549-FC6A3A110D93}"/>
          </ac:spMkLst>
        </pc:spChg>
        <pc:spChg chg="mod">
          <ac:chgData name="James Sommer" userId="f395cb0f48012637" providerId="LiveId" clId="{E56A76A1-6FA0-4B90-B4D3-FD33B186F473}" dt="2024-02-15T12:21:28.736" v="62" actId="255"/>
          <ac:spMkLst>
            <pc:docMk/>
            <pc:sldMk cId="3030859079" sldId="339"/>
            <ac:spMk id="3" creationId="{6AE81161-2761-0464-749D-475CEA412928}"/>
          </ac:spMkLst>
        </pc:spChg>
      </pc:sldChg>
    </pc:docChg>
  </pc:docChgLst>
  <pc:docChgLst>
    <pc:chgData name="James Sommer" userId="f395cb0f48012637" providerId="LiveId" clId="{874A0D23-FF0E-40CD-AE58-C898E543E245}"/>
    <pc:docChg chg="addSld delSld modSld">
      <pc:chgData name="James Sommer" userId="f395cb0f48012637" providerId="LiveId" clId="{874A0D23-FF0E-40CD-AE58-C898E543E245}" dt="2023-11-30T20:35:05.699" v="52" actId="2696"/>
      <pc:docMkLst>
        <pc:docMk/>
      </pc:docMkLst>
      <pc:sldChg chg="modSp mod">
        <pc:chgData name="James Sommer" userId="f395cb0f48012637" providerId="LiveId" clId="{874A0D23-FF0E-40CD-AE58-C898E543E245}" dt="2023-11-30T20:33:09.619" v="31" actId="20577"/>
        <pc:sldMkLst>
          <pc:docMk/>
          <pc:sldMk cId="760487606" sldId="256"/>
        </pc:sldMkLst>
        <pc:spChg chg="mod">
          <ac:chgData name="James Sommer" userId="f395cb0f48012637" providerId="LiveId" clId="{874A0D23-FF0E-40CD-AE58-C898E543E245}" dt="2023-11-30T20:33:09.619" v="31" actId="20577"/>
          <ac:spMkLst>
            <pc:docMk/>
            <pc:sldMk cId="760487606" sldId="256"/>
            <ac:spMk id="2" creationId="{00000000-0000-0000-0000-000000000000}"/>
          </ac:spMkLst>
        </pc:spChg>
      </pc:sldChg>
      <pc:sldChg chg="del">
        <pc:chgData name="James Sommer" userId="f395cb0f48012637" providerId="LiveId" clId="{874A0D23-FF0E-40CD-AE58-C898E543E245}" dt="2023-11-30T20:34:44.592" v="46" actId="2696"/>
        <pc:sldMkLst>
          <pc:docMk/>
          <pc:sldMk cId="2627817742" sldId="310"/>
        </pc:sldMkLst>
      </pc:sldChg>
      <pc:sldChg chg="modSp mod modAnim">
        <pc:chgData name="James Sommer" userId="f395cb0f48012637" providerId="LiveId" clId="{874A0D23-FF0E-40CD-AE58-C898E543E245}" dt="2023-11-30T20:33:36.307" v="35" actId="6549"/>
        <pc:sldMkLst>
          <pc:docMk/>
          <pc:sldMk cId="3222839442" sldId="311"/>
        </pc:sldMkLst>
        <pc:spChg chg="mod">
          <ac:chgData name="James Sommer" userId="f395cb0f48012637" providerId="LiveId" clId="{874A0D23-FF0E-40CD-AE58-C898E543E245}" dt="2023-11-30T20:33:36.307" v="35" actId="6549"/>
          <ac:spMkLst>
            <pc:docMk/>
            <pc:sldMk cId="3222839442" sldId="311"/>
            <ac:spMk id="2" creationId="{00000000-0000-0000-0000-000000000000}"/>
          </ac:spMkLst>
        </pc:spChg>
        <pc:spChg chg="mod">
          <ac:chgData name="James Sommer" userId="f395cb0f48012637" providerId="LiveId" clId="{874A0D23-FF0E-40CD-AE58-C898E543E245}" dt="2023-11-30T20:33:33.462" v="34" actId="6549"/>
          <ac:spMkLst>
            <pc:docMk/>
            <pc:sldMk cId="3222839442" sldId="311"/>
            <ac:spMk id="3" creationId="{00000000-0000-0000-0000-000000000000}"/>
          </ac:spMkLst>
        </pc:spChg>
      </pc:sldChg>
      <pc:sldChg chg="del">
        <pc:chgData name="James Sommer" userId="f395cb0f48012637" providerId="LiveId" clId="{874A0D23-FF0E-40CD-AE58-C898E543E245}" dt="2023-11-30T20:33:45.494" v="36" actId="2696"/>
        <pc:sldMkLst>
          <pc:docMk/>
          <pc:sldMk cId="2959213992" sldId="312"/>
        </pc:sldMkLst>
      </pc:sldChg>
      <pc:sldChg chg="del">
        <pc:chgData name="James Sommer" userId="f395cb0f48012637" providerId="LiveId" clId="{874A0D23-FF0E-40CD-AE58-C898E543E245}" dt="2023-11-30T20:34:41.972" v="45" actId="2696"/>
        <pc:sldMkLst>
          <pc:docMk/>
          <pc:sldMk cId="797776030" sldId="314"/>
        </pc:sldMkLst>
      </pc:sldChg>
      <pc:sldChg chg="del">
        <pc:chgData name="James Sommer" userId="f395cb0f48012637" providerId="LiveId" clId="{874A0D23-FF0E-40CD-AE58-C898E543E245}" dt="2023-11-30T20:34:48.821" v="47" actId="2696"/>
        <pc:sldMkLst>
          <pc:docMk/>
          <pc:sldMk cId="4121394246" sldId="315"/>
        </pc:sldMkLst>
      </pc:sldChg>
      <pc:sldChg chg="del">
        <pc:chgData name="James Sommer" userId="f395cb0f48012637" providerId="LiveId" clId="{874A0D23-FF0E-40CD-AE58-C898E543E245}" dt="2023-11-30T20:34:51.399" v="48" actId="2696"/>
        <pc:sldMkLst>
          <pc:docMk/>
          <pc:sldMk cId="4202369236" sldId="316"/>
        </pc:sldMkLst>
      </pc:sldChg>
      <pc:sldChg chg="del">
        <pc:chgData name="James Sommer" userId="f395cb0f48012637" providerId="LiveId" clId="{874A0D23-FF0E-40CD-AE58-C898E543E245}" dt="2023-11-30T20:34:55.653" v="49" actId="2696"/>
        <pc:sldMkLst>
          <pc:docMk/>
          <pc:sldMk cId="401177250" sldId="317"/>
        </pc:sldMkLst>
      </pc:sldChg>
      <pc:sldChg chg="modSp mod modAnim">
        <pc:chgData name="James Sommer" userId="f395cb0f48012637" providerId="LiveId" clId="{874A0D23-FF0E-40CD-AE58-C898E543E245}" dt="2023-11-30T20:33:28.531" v="33" actId="6549"/>
        <pc:sldMkLst>
          <pc:docMk/>
          <pc:sldMk cId="2656068651" sldId="318"/>
        </pc:sldMkLst>
        <pc:spChg chg="mod">
          <ac:chgData name="James Sommer" userId="f395cb0f48012637" providerId="LiveId" clId="{874A0D23-FF0E-40CD-AE58-C898E543E245}" dt="2023-11-30T20:33:28.531" v="33" actId="6549"/>
          <ac:spMkLst>
            <pc:docMk/>
            <pc:sldMk cId="2656068651" sldId="318"/>
            <ac:spMk id="2" creationId="{00000000-0000-0000-0000-000000000000}"/>
          </ac:spMkLst>
        </pc:spChg>
        <pc:spChg chg="mod">
          <ac:chgData name="James Sommer" userId="f395cb0f48012637" providerId="LiveId" clId="{874A0D23-FF0E-40CD-AE58-C898E543E245}" dt="2023-11-30T20:33:24.779" v="32" actId="6549"/>
          <ac:spMkLst>
            <pc:docMk/>
            <pc:sldMk cId="2656068651" sldId="318"/>
            <ac:spMk id="3" creationId="{00000000-0000-0000-0000-000000000000}"/>
          </ac:spMkLst>
        </pc:spChg>
      </pc:sldChg>
      <pc:sldChg chg="del">
        <pc:chgData name="James Sommer" userId="f395cb0f48012637" providerId="LiveId" clId="{874A0D23-FF0E-40CD-AE58-C898E543E245}" dt="2023-11-30T20:34:30.465" v="42" actId="2696"/>
        <pc:sldMkLst>
          <pc:docMk/>
          <pc:sldMk cId="4045739854" sldId="327"/>
        </pc:sldMkLst>
      </pc:sldChg>
      <pc:sldChg chg="del">
        <pc:chgData name="James Sommer" userId="f395cb0f48012637" providerId="LiveId" clId="{874A0D23-FF0E-40CD-AE58-C898E543E245}" dt="2023-11-30T20:34:13.790" v="39" actId="2696"/>
        <pc:sldMkLst>
          <pc:docMk/>
          <pc:sldMk cId="4252290604" sldId="328"/>
        </pc:sldMkLst>
      </pc:sldChg>
      <pc:sldChg chg="del">
        <pc:chgData name="James Sommer" userId="f395cb0f48012637" providerId="LiveId" clId="{874A0D23-FF0E-40CD-AE58-C898E543E245}" dt="2023-11-30T20:34:19.714" v="40" actId="2696"/>
        <pc:sldMkLst>
          <pc:docMk/>
          <pc:sldMk cId="1971830365" sldId="329"/>
        </pc:sldMkLst>
      </pc:sldChg>
      <pc:sldChg chg="del">
        <pc:chgData name="James Sommer" userId="f395cb0f48012637" providerId="LiveId" clId="{874A0D23-FF0E-40CD-AE58-C898E543E245}" dt="2023-11-30T20:34:58.608" v="50" actId="2696"/>
        <pc:sldMkLst>
          <pc:docMk/>
          <pc:sldMk cId="3929535692" sldId="330"/>
        </pc:sldMkLst>
      </pc:sldChg>
      <pc:sldChg chg="del">
        <pc:chgData name="James Sommer" userId="f395cb0f48012637" providerId="LiveId" clId="{874A0D23-FF0E-40CD-AE58-C898E543E245}" dt="2023-11-30T20:35:05.699" v="52" actId="2696"/>
        <pc:sldMkLst>
          <pc:docMk/>
          <pc:sldMk cId="2981556149" sldId="331"/>
        </pc:sldMkLst>
      </pc:sldChg>
      <pc:sldChg chg="del">
        <pc:chgData name="James Sommer" userId="f395cb0f48012637" providerId="LiveId" clId="{874A0D23-FF0E-40CD-AE58-C898E543E245}" dt="2023-11-30T20:34:35.892" v="44" actId="2696"/>
        <pc:sldMkLst>
          <pc:docMk/>
          <pc:sldMk cId="2621927265" sldId="332"/>
        </pc:sldMkLst>
      </pc:sldChg>
      <pc:sldChg chg="del">
        <pc:chgData name="James Sommer" userId="f395cb0f48012637" providerId="LiveId" clId="{874A0D23-FF0E-40CD-AE58-C898E543E245}" dt="2023-11-30T20:34:32.989" v="43" actId="2696"/>
        <pc:sldMkLst>
          <pc:docMk/>
          <pc:sldMk cId="3150149121" sldId="339"/>
        </pc:sldMkLst>
      </pc:sldChg>
      <pc:sldChg chg="del">
        <pc:chgData name="James Sommer" userId="f395cb0f48012637" providerId="LiveId" clId="{874A0D23-FF0E-40CD-AE58-C898E543E245}" dt="2023-11-30T20:34:30.465" v="42" actId="2696"/>
        <pc:sldMkLst>
          <pc:docMk/>
          <pc:sldMk cId="3560281726" sldId="340"/>
        </pc:sldMkLst>
      </pc:sldChg>
      <pc:sldChg chg="del">
        <pc:chgData name="James Sommer" userId="f395cb0f48012637" providerId="LiveId" clId="{874A0D23-FF0E-40CD-AE58-C898E543E245}" dt="2023-11-30T20:34:30.465" v="42" actId="2696"/>
        <pc:sldMkLst>
          <pc:docMk/>
          <pc:sldMk cId="3781501632" sldId="341"/>
        </pc:sldMkLst>
      </pc:sldChg>
      <pc:sldChg chg="del">
        <pc:chgData name="James Sommer" userId="f395cb0f48012637" providerId="LiveId" clId="{874A0D23-FF0E-40CD-AE58-C898E543E245}" dt="2023-11-30T20:34:24.615" v="41" actId="2696"/>
        <pc:sldMkLst>
          <pc:docMk/>
          <pc:sldMk cId="1303757122" sldId="342"/>
        </pc:sldMkLst>
      </pc:sldChg>
      <pc:sldChg chg="del">
        <pc:chgData name="James Sommer" userId="f395cb0f48012637" providerId="LiveId" clId="{874A0D23-FF0E-40CD-AE58-C898E543E245}" dt="2023-11-30T20:35:02.296" v="51" actId="2696"/>
        <pc:sldMkLst>
          <pc:docMk/>
          <pc:sldMk cId="236172785" sldId="343"/>
        </pc:sldMkLst>
      </pc:sldChg>
      <pc:sldChg chg="add del">
        <pc:chgData name="James Sommer" userId="f395cb0f48012637" providerId="LiveId" clId="{874A0D23-FF0E-40CD-AE58-C898E543E245}" dt="2023-11-30T20:34:10.029" v="38" actId="2696"/>
        <pc:sldMkLst>
          <pc:docMk/>
          <pc:sldMk cId="2057053896" sldId="344"/>
        </pc:sldMkLst>
      </pc:sldChg>
      <pc:sldChg chg="add del replId">
        <pc:chgData name="James Sommer" userId="f395cb0f48012637" providerId="LiveId" clId="{874A0D23-FF0E-40CD-AE58-C898E543E245}" dt="2023-11-30T20:34:10.029" v="38" actId="2696"/>
        <pc:sldMkLst>
          <pc:docMk/>
          <pc:sldMk cId="338309512" sldId="345"/>
        </pc:sldMkLst>
      </pc:sldChg>
      <pc:sldChg chg="add del replId">
        <pc:chgData name="James Sommer" userId="f395cb0f48012637" providerId="LiveId" clId="{874A0D23-FF0E-40CD-AE58-C898E543E245}" dt="2023-11-30T20:34:10.029" v="38" actId="2696"/>
        <pc:sldMkLst>
          <pc:docMk/>
          <pc:sldMk cId="3722293337" sldId="346"/>
        </pc:sldMkLst>
      </pc:sldChg>
      <pc:sldChg chg="add del replId">
        <pc:chgData name="James Sommer" userId="f395cb0f48012637" providerId="LiveId" clId="{874A0D23-FF0E-40CD-AE58-C898E543E245}" dt="2023-11-30T20:34:10.029" v="38" actId="2696"/>
        <pc:sldMkLst>
          <pc:docMk/>
          <pc:sldMk cId="3235734311" sldId="347"/>
        </pc:sldMkLst>
      </pc:sldChg>
      <pc:sldChg chg="add del replId">
        <pc:chgData name="James Sommer" userId="f395cb0f48012637" providerId="LiveId" clId="{874A0D23-FF0E-40CD-AE58-C898E543E245}" dt="2023-11-30T20:34:10.029" v="38" actId="2696"/>
        <pc:sldMkLst>
          <pc:docMk/>
          <pc:sldMk cId="2841220328" sldId="348"/>
        </pc:sldMkLst>
      </pc:sldChg>
      <pc:sldChg chg="add del replId">
        <pc:chgData name="James Sommer" userId="f395cb0f48012637" providerId="LiveId" clId="{874A0D23-FF0E-40CD-AE58-C898E543E245}" dt="2023-11-30T20:34:10.029" v="38" actId="2696"/>
        <pc:sldMkLst>
          <pc:docMk/>
          <pc:sldMk cId="499866817" sldId="349"/>
        </pc:sldMkLst>
      </pc:sldChg>
    </pc:docChg>
  </pc:docChgLst>
</pc:chgInfo>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2A54C80-263E-416B-A8E0-580EDEADCBDC}" type="datetimeFigureOut">
              <a:rPr lang="en-US" dirty="0"/>
              <a:t>3/2/2026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2A54C80-263E-416B-A8E0-580EDEADCBDC}" type="datetimeFigureOut">
              <a:rPr lang="en-US" dirty="0"/>
              <a:t>3/2/2026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3/2/2026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3/2/2026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3/2/2026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3/2/2026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3/2/2026</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3/2/2026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slideLayouts/slideLayout12.xml" Type="http://schemas.openxmlformats.org/officeDocument/2006/relationships/slideLayout"/><Relationship Id="rId13" Target="../slideLayouts/slideLayout13.xml" Type="http://schemas.openxmlformats.org/officeDocument/2006/relationships/slideLayout"/><Relationship Id="rId14" Target="../slideLayouts/slideLayout14.xml" Type="http://schemas.openxmlformats.org/officeDocument/2006/relationships/slideLayout"/><Relationship Id="rId15" Target="../slideLayouts/slideLayout15.xml" Type="http://schemas.openxmlformats.org/officeDocument/2006/relationships/slideLayout"/><Relationship Id="rId16" Target="../slideLayouts/slideLayout16.xml" Type="http://schemas.openxmlformats.org/officeDocument/2006/relationships/slideLayout"/><Relationship Id="rId17"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3/2/2026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5" r:id="rId2"/>
    <p:sldLayoutId id="2147483651" r:id="rId3"/>
    <p:sldLayoutId id="2147483666" r:id="rId4"/>
    <p:sldLayoutId id="2147483653" r:id="rId5"/>
    <p:sldLayoutId id="2147483654" r:id="rId6"/>
    <p:sldLayoutId id="2147483655" r:id="rId7"/>
    <p:sldLayoutId id="2147483667" r:id="rId8"/>
    <p:sldLayoutId id="2147483657" r:id="rId9"/>
    <p:sldLayoutId id="2147483660" r:id="rId10"/>
    <p:sldLayoutId id="2147483661" r:id="rId11"/>
    <p:sldLayoutId id="2147483662" r:id="rId12"/>
    <p:sldLayoutId id="2147483663" r:id="rId13"/>
    <p:sldLayoutId id="2147483664" r:id="rId14"/>
    <p:sldLayoutId id="2147483668"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1.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3.png" Type="http://schemas.openxmlformats.org/officeDocument/2006/relationships/image"/><Relationship Id="rId3"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30.png" Type="http://schemas.openxmlformats.org/officeDocument/2006/relationships/image"/><Relationship Id="rId3" Target="../media/image5.emf"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10.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70.png" Type="http://schemas.openxmlformats.org/officeDocument/2006/relationships/image"/><Relationship Id="rId3" Target="../media/image11.emf"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11.png" Type="http://schemas.openxmlformats.org/officeDocument/2006/relationships/image"/><Relationship Id="rId3" Target="../media/image12.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13.png" Type="http://schemas.openxmlformats.org/officeDocument/2006/relationships/image"/><Relationship Id="rId3" Target="../media/image14.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11.emf"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15.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7067" y="637121"/>
            <a:ext cx="7950551" cy="1646302"/>
          </a:xfrm>
        </p:spPr>
        <p:txBody>
          <a:bodyPr/>
          <a:lstStyle/>
          <a:p>
            <a:pPr algn="l"/>
            <a:r>
              <a:rPr dirty="0" lang="en-US">
                <a:solidFill>
                  <a:srgbClr val="1391BC"/>
                </a:solidFill>
              </a:rPr>
              <a:t>Lab 5: Forces and Vectors</a:t>
            </a:r>
          </a:p>
        </p:txBody>
      </p:sp>
      <p:sp>
        <p:nvSpPr>
          <p:cNvPr id="3" name="Subtitle 2"/>
          <p:cNvSpPr>
            <a:spLocks noGrp="1"/>
          </p:cNvSpPr>
          <p:nvPr>
            <p:ph idx="1" type="subTitle"/>
          </p:nvPr>
        </p:nvSpPr>
        <p:spPr>
          <a:xfrm>
            <a:off x="1507067" y="2698286"/>
            <a:ext cx="7766936" cy="1096899"/>
          </a:xfrm>
        </p:spPr>
        <p:txBody>
          <a:bodyPr>
            <a:normAutofit/>
          </a:bodyPr>
          <a:lstStyle/>
          <a:p>
            <a:r>
              <a:rPr dirty="0" lang="en-US"/>
              <a:t>St. Petersburg College</a:t>
            </a:r>
          </a:p>
          <a:p>
            <a:endParaRPr dirty="0" lang="en-US"/>
          </a:p>
        </p:txBody>
      </p:sp>
      <p:pic>
        <p:nvPicPr>
          <p:cNvPr descr="St. Petersburg College logo with a blue and white circular design and the college name."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76133" y="4210048"/>
            <a:ext cx="1828804" cy="1828804"/>
          </a:xfrm>
          <a:prstGeom prst="rect">
            <a:avLst/>
          </a:prstGeom>
        </p:spPr>
      </p:pic>
    </p:spTree>
    <p:extLst>
      <p:ext uri="{BB962C8B-B14F-4D97-AF65-F5344CB8AC3E}">
        <p14:creationId xmlns:p14="http://schemas.microsoft.com/office/powerpoint/2010/main" val="760487606"/>
      </p:ext>
    </p:extLst>
  </p:cSld>
  <p:clrMapOvr>
    <a:masterClrMapping/>
  </p:clrMapOvr>
  <mc:AlternateContent xmlns:mc="http://schemas.openxmlformats.org/markup-compatibility/2006" xmlns:p14="http://schemas.microsoft.com/office/powerpoint/2010/main">
    <mc:Choice Requires="p14">
      <p:transition p14:dur="4000" spd="slow">
        <p14:vortex dir="r"/>
      </p:transition>
    </mc:Choice>
    <mc:Fallback>
      <p:transition spd="slow">
        <p:fade/>
      </p:transition>
    </mc:Fallback>
  </mc:AlternateContent>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1" presetSubtype="0">
                                  <p:stCondLst>
                                    <p:cond delay="0"/>
                                  </p:stCondLst>
                                  <p:childTnLst>
                                    <p:set>
                                      <p:cBhvr>
                                        <p:cTn dur="1" fill="hold" id="6">
                                          <p:stCondLst>
                                            <p:cond delay="0"/>
                                          </p:stCondLst>
                                        </p:cTn>
                                        <p:tgtEl>
                                          <p:spTgt spid="3">
                                            <p:txEl>
                                              <p:pRg end="0" st="0"/>
                                            </p:txEl>
                                          </p:spTgt>
                                        </p:tgtEl>
                                        <p:attrNameLst>
                                          <p:attrName>style.visibility</p:attrName>
                                        </p:attrNameLst>
                                      </p:cBhvr>
                                      <p:to>
                                        <p:strVal val="visible"/>
                                      </p:to>
                                    </p:set>
                                  </p:childTnLst>
                                </p:cTn>
                              </p:par>
                            </p:childTnLst>
                          </p:cTn>
                        </p:par>
                      </p:childTnLst>
                    </p:cTn>
                  </p:par>
                  <p:par>
                    <p:cTn fill="hold" id="7">
                      <p:stCondLst>
                        <p:cond delay="indefinite"/>
                      </p:stCondLst>
                      <p:childTnLst>
                        <p:par>
                          <p:cTn fill="hold" id="8">
                            <p:stCondLst>
                              <p:cond delay="0"/>
                            </p:stCondLst>
                            <p:childTnLst>
                              <p:par>
                                <p:cTn fill="hold" id="9" nodeType="clickEffect" presetClass="entr" presetID="2" presetSubtype="4">
                                  <p:stCondLst>
                                    <p:cond delay="0"/>
                                  </p:stCondLst>
                                  <p:childTnLst>
                                    <p:set>
                                      <p:cBhvr>
                                        <p:cTn dur="1" fill="hold" id="10">
                                          <p:stCondLst>
                                            <p:cond delay="0"/>
                                          </p:stCondLst>
                                        </p:cTn>
                                        <p:tgtEl>
                                          <p:spTgt spid="4"/>
                                        </p:tgtEl>
                                        <p:attrNameLst>
                                          <p:attrName>style.visibility</p:attrName>
                                        </p:attrNameLst>
                                      </p:cBhvr>
                                      <p:to>
                                        <p:strVal val="visible"/>
                                      </p:to>
                                    </p:set>
                                    <p:anim calcmode="lin" valueType="num">
                                      <p:cBhvr additive="base">
                                        <p:cTn dur="2500" fill="hold" id="11"/>
                                        <p:tgtEl>
                                          <p:spTgt spid="4"/>
                                        </p:tgtEl>
                                        <p:attrNameLst>
                                          <p:attrName>ppt_x</p:attrName>
                                        </p:attrNameLst>
                                      </p:cBhvr>
                                      <p:tavLst>
                                        <p:tav tm="0">
                                          <p:val>
                                            <p:strVal val="#ppt_x"/>
                                          </p:val>
                                        </p:tav>
                                        <p:tav tm="100000">
                                          <p:val>
                                            <p:strVal val="#ppt_x"/>
                                          </p:val>
                                        </p:tav>
                                      </p:tavLst>
                                    </p:anim>
                                    <p:anim calcmode="lin" valueType="num">
                                      <p:cBhvr additive="base">
                                        <p:cTn dur="2500" fill="hold" id="12"/>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build="p" grpId="0" spid="3"/>
    </p:bld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62000"/>
          </a:xfrm>
        </p:spPr>
        <p:txBody>
          <a:bodyPr/>
          <a:lstStyle/>
          <a:p>
            <a:r>
              <a:rPr dirty="0" lang="en-US">
                <a:solidFill>
                  <a:srgbClr val="1391BC"/>
                </a:solidFill>
              </a:rPr>
              <a:t>Theory</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677334" y="1623527"/>
                <a:ext cx="8596668" cy="5063023"/>
              </a:xfrm>
            </p:spPr>
            <p:txBody>
              <a:bodyPr>
                <a:normAutofit fontScale="85000" lnSpcReduction="10000"/>
              </a:bodyPr>
              <a:lstStyle/>
              <a:p>
                <a:pPr algn="ctr"/>
                <a:r>
                  <a:rPr dirty="0" lang="en-US" sz="4000" u="sng">
                    <a:solidFill>
                      <a:schemeClr val="tx1"/>
                    </a:solidFill>
                    <a:latin charset="0" pitchFamily="18" typeface="Times New Roman"/>
                    <a:cs charset="0" pitchFamily="18" typeface="Times New Roman"/>
                  </a:rPr>
                  <a:t>Force is a vector so has both magnitude and direction.</a:t>
                </a:r>
              </a:p>
              <a:p>
                <a14:m>
                  <m:oMath xmlns:m="http://schemas.openxmlformats.org/officeDocument/2006/math">
                    <m:acc>
                      <m:accPr>
                        <m:chr m:val="⃗"/>
                        <m:ctrlPr>
                          <a:rPr i="1" lang="en-US" sz="4000">
                            <a:solidFill>
                              <a:schemeClr val="tx1"/>
                            </a:solidFill>
                            <a:latin charset="0" panose="02040503050406030204" pitchFamily="18" typeface="Cambria Math"/>
                          </a:rPr>
                        </m:ctrlPr>
                      </m:accPr>
                      <m:e>
                        <m:r>
                          <a:rPr i="1" lang="en-US" sz="4000">
                            <a:solidFill>
                              <a:schemeClr val="tx1"/>
                            </a:solidFill>
                            <a:latin typeface="Cambria Math"/>
                          </a:rPr>
                          <m:t>𝐴</m:t>
                        </m:r>
                      </m:e>
                    </m:acc>
                    <m:r>
                      <a:rPr i="1" lang="en-US" sz="4000">
                        <a:solidFill>
                          <a:schemeClr val="tx1"/>
                        </a:solidFill>
                        <a:latin typeface="Cambria Math"/>
                      </a:rPr>
                      <m:t>+</m:t>
                    </m:r>
                    <m:acc>
                      <m:accPr>
                        <m:chr m:val="⃗"/>
                        <m:ctrlPr>
                          <a:rPr i="1" lang="en-US" sz="4000">
                            <a:solidFill>
                              <a:schemeClr val="tx1"/>
                            </a:solidFill>
                            <a:latin charset="0" panose="02040503050406030204" pitchFamily="18" typeface="Cambria Math"/>
                          </a:rPr>
                        </m:ctrlPr>
                      </m:accPr>
                      <m:e>
                        <m:r>
                          <a:rPr i="1" lang="en-US" sz="4000">
                            <a:solidFill>
                              <a:schemeClr val="tx1"/>
                            </a:solidFill>
                            <a:latin typeface="Cambria Math"/>
                          </a:rPr>
                          <m:t>𝐵</m:t>
                        </m:r>
                      </m:e>
                    </m:acc>
                    <m:r>
                      <a:rPr i="1" lang="en-US" sz="4000">
                        <a:solidFill>
                          <a:schemeClr val="tx1"/>
                        </a:solidFill>
                        <a:latin typeface="Cambria Math"/>
                      </a:rPr>
                      <m:t>+</m:t>
                    </m:r>
                    <m:acc>
                      <m:accPr>
                        <m:chr m:val="⃗"/>
                        <m:ctrlPr>
                          <a:rPr i="1" lang="en-US" sz="4000">
                            <a:solidFill>
                              <a:schemeClr val="tx1"/>
                            </a:solidFill>
                            <a:latin charset="0" panose="02040503050406030204" pitchFamily="18" typeface="Cambria Math"/>
                          </a:rPr>
                        </m:ctrlPr>
                      </m:accPr>
                      <m:e>
                        <m:r>
                          <a:rPr i="1" lang="en-US" sz="4000">
                            <a:solidFill>
                              <a:schemeClr val="tx1"/>
                            </a:solidFill>
                            <a:latin typeface="Cambria Math"/>
                          </a:rPr>
                          <m:t>𝐶</m:t>
                        </m:r>
                      </m:e>
                    </m:acc>
                    <m:r>
                      <a:rPr i="1" lang="en-US" sz="4000">
                        <a:solidFill>
                          <a:schemeClr val="tx1"/>
                        </a:solidFill>
                        <a:latin typeface="Cambria Math"/>
                      </a:rPr>
                      <m:t>=0</m:t>
                    </m:r>
                  </m:oMath>
                </a14:m>
                <a:endParaRPr dirty="0" lang="en-US" sz="4000">
                  <a:solidFill>
                    <a:schemeClr val="tx1"/>
                  </a:solidFill>
                  <a:latin charset="0" pitchFamily="18" typeface="Times New Roman"/>
                  <a:cs charset="0" pitchFamily="18" typeface="Times New Roman"/>
                </a:endParaRPr>
              </a:p>
              <a:p>
                <a:r>
                  <a:rPr dirty="0" lang="en-US" sz="4000">
                    <a:solidFill>
                      <a:schemeClr val="tx1"/>
                    </a:solidFill>
                    <a:latin charset="0" pitchFamily="18" typeface="Times New Roman"/>
                    <a:cs charset="0" pitchFamily="18" typeface="Times New Roman"/>
                  </a:rPr>
                  <a:t>or       </a:t>
                </a:r>
                <a14:m>
                  <m:oMath xmlns:m="http://schemas.openxmlformats.org/officeDocument/2006/math">
                    <m:sSub>
                      <m:sSubPr>
                        <m:ctrlPr>
                          <a:rPr i="1" lang="en-US" sz="4000">
                            <a:solidFill>
                              <a:schemeClr val="tx1"/>
                            </a:solidFill>
                            <a:latin charset="0" panose="02040503050406030204" pitchFamily="18" typeface="Cambria Math"/>
                          </a:rPr>
                        </m:ctrlPr>
                      </m:sSubPr>
                      <m:e>
                        <m:r>
                          <a:rPr i="1" lang="en-US" sz="4000">
                            <a:solidFill>
                              <a:schemeClr val="tx1"/>
                            </a:solidFill>
                            <a:latin typeface="Cambria Math"/>
                          </a:rPr>
                          <m:t>𝐴</m:t>
                        </m:r>
                      </m:e>
                      <m:sub>
                        <m:r>
                          <a:rPr i="1" lang="en-US" sz="4000">
                            <a:solidFill>
                              <a:schemeClr val="tx1"/>
                            </a:solidFill>
                            <a:latin typeface="Cambria Math"/>
                          </a:rPr>
                          <m:t>𝑥</m:t>
                        </m:r>
                      </m:sub>
                    </m:sSub>
                    <m:r>
                      <a:rPr i="1" lang="en-US" sz="4000">
                        <a:solidFill>
                          <a:schemeClr val="tx1"/>
                        </a:solidFill>
                        <a:latin typeface="Cambria Math"/>
                      </a:rPr>
                      <m:t>+</m:t>
                    </m:r>
                    <m:sSub>
                      <m:sSubPr>
                        <m:ctrlPr>
                          <a:rPr i="1" lang="en-US" sz="4000">
                            <a:solidFill>
                              <a:schemeClr val="tx1"/>
                            </a:solidFill>
                            <a:latin charset="0" panose="02040503050406030204" pitchFamily="18" typeface="Cambria Math"/>
                          </a:rPr>
                        </m:ctrlPr>
                      </m:sSubPr>
                      <m:e>
                        <m:r>
                          <a:rPr i="1" lang="en-US" sz="4000">
                            <a:solidFill>
                              <a:schemeClr val="tx1"/>
                            </a:solidFill>
                            <a:latin typeface="Cambria Math"/>
                          </a:rPr>
                          <m:t>𝐵</m:t>
                        </m:r>
                      </m:e>
                      <m:sub>
                        <m:r>
                          <a:rPr i="1" lang="en-US" sz="4000">
                            <a:solidFill>
                              <a:schemeClr val="tx1"/>
                            </a:solidFill>
                            <a:latin typeface="Cambria Math"/>
                          </a:rPr>
                          <m:t>𝑥</m:t>
                        </m:r>
                      </m:sub>
                    </m:sSub>
                    <m:r>
                      <a:rPr i="1" lang="en-US" sz="4000">
                        <a:solidFill>
                          <a:schemeClr val="tx1"/>
                        </a:solidFill>
                        <a:latin typeface="Cambria Math"/>
                      </a:rPr>
                      <m:t>+</m:t>
                    </m:r>
                    <m:sSub>
                      <m:sSubPr>
                        <m:ctrlPr>
                          <a:rPr i="1" lang="en-US" sz="4000">
                            <a:solidFill>
                              <a:schemeClr val="tx1"/>
                            </a:solidFill>
                            <a:latin charset="0" panose="02040503050406030204" pitchFamily="18" typeface="Cambria Math"/>
                          </a:rPr>
                        </m:ctrlPr>
                      </m:sSubPr>
                      <m:e>
                        <m:r>
                          <a:rPr i="1" lang="en-US" sz="4000">
                            <a:solidFill>
                              <a:schemeClr val="tx1"/>
                            </a:solidFill>
                            <a:latin typeface="Cambria Math"/>
                          </a:rPr>
                          <m:t>𝐶</m:t>
                        </m:r>
                      </m:e>
                      <m:sub>
                        <m:r>
                          <a:rPr i="1" lang="en-US" sz="4000">
                            <a:solidFill>
                              <a:schemeClr val="tx1"/>
                            </a:solidFill>
                            <a:latin typeface="Cambria Math"/>
                          </a:rPr>
                          <m:t>𝑥</m:t>
                        </m:r>
                      </m:sub>
                    </m:sSub>
                    <m:r>
                      <a:rPr i="1" lang="en-US" sz="4000">
                        <a:solidFill>
                          <a:schemeClr val="tx1"/>
                        </a:solidFill>
                        <a:latin typeface="Cambria Math"/>
                      </a:rPr>
                      <m:t>=0</m:t>
                    </m:r>
                  </m:oMath>
                </a14:m>
                <a:endParaRPr dirty="0" lang="en-US" sz="4000">
                  <a:solidFill>
                    <a:schemeClr val="tx1"/>
                  </a:solidFill>
                  <a:latin charset="0" pitchFamily="18" typeface="Times New Roman"/>
                  <a:cs charset="0" pitchFamily="18" typeface="Times New Roman"/>
                </a:endParaRPr>
              </a:p>
              <a:p>
                <a:r>
                  <a:rPr dirty="0" lang="en-US" sz="4000">
                    <a:solidFill>
                      <a:schemeClr val="tx1"/>
                    </a:solidFill>
                    <a:latin charset="0" pitchFamily="18" typeface="Times New Roman"/>
                    <a:cs charset="0" pitchFamily="18" typeface="Times New Roman"/>
                  </a:rPr>
                  <a:t>and   </a:t>
                </a:r>
                <a14:m>
                  <m:oMath xmlns:m="http://schemas.openxmlformats.org/officeDocument/2006/math">
                    <m:sSub>
                      <m:sSubPr>
                        <m:ctrlPr>
                          <a:rPr i="1" lang="en-US" sz="4000">
                            <a:solidFill>
                              <a:schemeClr val="tx1"/>
                            </a:solidFill>
                            <a:latin charset="0" panose="02040503050406030204" pitchFamily="18" typeface="Cambria Math"/>
                          </a:rPr>
                        </m:ctrlPr>
                      </m:sSubPr>
                      <m:e>
                        <m:r>
                          <a:rPr i="1" lang="en-US" sz="4000">
                            <a:solidFill>
                              <a:schemeClr val="tx1"/>
                            </a:solidFill>
                            <a:latin typeface="Cambria Math"/>
                          </a:rPr>
                          <m:t> </m:t>
                        </m:r>
                        <m:r>
                          <a:rPr i="1" lang="en-US" sz="4000">
                            <a:solidFill>
                              <a:schemeClr val="tx1"/>
                            </a:solidFill>
                            <a:latin typeface="Cambria Math"/>
                          </a:rPr>
                          <m:t>𝐴</m:t>
                        </m:r>
                      </m:e>
                      <m:sub>
                        <m:r>
                          <a:rPr i="1" lang="en-US" sz="4000">
                            <a:solidFill>
                              <a:schemeClr val="tx1"/>
                            </a:solidFill>
                            <a:latin typeface="Cambria Math"/>
                          </a:rPr>
                          <m:t>𝑦</m:t>
                        </m:r>
                      </m:sub>
                    </m:sSub>
                    <m:r>
                      <a:rPr i="1" lang="en-US" sz="4000">
                        <a:solidFill>
                          <a:schemeClr val="tx1"/>
                        </a:solidFill>
                        <a:latin typeface="Cambria Math"/>
                      </a:rPr>
                      <m:t>+</m:t>
                    </m:r>
                    <m:sSub>
                      <m:sSubPr>
                        <m:ctrlPr>
                          <a:rPr i="1" lang="en-US" sz="4000">
                            <a:solidFill>
                              <a:schemeClr val="tx1"/>
                            </a:solidFill>
                            <a:latin charset="0" panose="02040503050406030204" pitchFamily="18" typeface="Cambria Math"/>
                          </a:rPr>
                        </m:ctrlPr>
                      </m:sSubPr>
                      <m:e>
                        <m:r>
                          <a:rPr i="1" lang="en-US" sz="4000">
                            <a:solidFill>
                              <a:schemeClr val="tx1"/>
                            </a:solidFill>
                            <a:latin typeface="Cambria Math"/>
                          </a:rPr>
                          <m:t>𝐵</m:t>
                        </m:r>
                      </m:e>
                      <m:sub>
                        <m:r>
                          <a:rPr i="1" lang="en-US" sz="4000">
                            <a:solidFill>
                              <a:schemeClr val="tx1"/>
                            </a:solidFill>
                            <a:latin typeface="Cambria Math"/>
                          </a:rPr>
                          <m:t>𝑦</m:t>
                        </m:r>
                      </m:sub>
                    </m:sSub>
                    <m:r>
                      <a:rPr i="1" lang="en-US" sz="4000">
                        <a:solidFill>
                          <a:schemeClr val="tx1"/>
                        </a:solidFill>
                        <a:latin typeface="Cambria Math"/>
                      </a:rPr>
                      <m:t>+</m:t>
                    </m:r>
                    <m:sSub>
                      <m:sSubPr>
                        <m:ctrlPr>
                          <a:rPr i="1" lang="en-US" sz="4000">
                            <a:solidFill>
                              <a:schemeClr val="tx1"/>
                            </a:solidFill>
                            <a:latin charset="0" panose="02040503050406030204" pitchFamily="18" typeface="Cambria Math"/>
                          </a:rPr>
                        </m:ctrlPr>
                      </m:sSubPr>
                      <m:e>
                        <m:r>
                          <a:rPr i="1" lang="en-US" sz="4000">
                            <a:solidFill>
                              <a:schemeClr val="tx1"/>
                            </a:solidFill>
                            <a:latin typeface="Cambria Math"/>
                          </a:rPr>
                          <m:t>𝐶</m:t>
                        </m:r>
                      </m:e>
                      <m:sub>
                        <m:r>
                          <a:rPr i="1" lang="en-US" sz="4000">
                            <a:solidFill>
                              <a:schemeClr val="tx1"/>
                            </a:solidFill>
                            <a:latin typeface="Cambria Math"/>
                          </a:rPr>
                          <m:t>𝑦</m:t>
                        </m:r>
                      </m:sub>
                    </m:sSub>
                    <m:r>
                      <a:rPr i="1" lang="en-US" sz="4000">
                        <a:solidFill>
                          <a:schemeClr val="tx1"/>
                        </a:solidFill>
                        <a:latin typeface="Cambria Math"/>
                      </a:rPr>
                      <m:t>=0</m:t>
                    </m:r>
                  </m:oMath>
                </a14:m>
                <a:endParaRPr dirty="0" i="1" lang="en-US" sz="4000">
                  <a:solidFill>
                    <a:schemeClr val="tx1"/>
                  </a:solidFill>
                  <a:latin typeface="Cambria Math"/>
                </a:endParaRPr>
              </a:p>
              <a:p>
                <a14:m>
                  <m:oMath xmlns:m="http://schemas.openxmlformats.org/officeDocument/2006/math">
                    <m:d>
                      <m:dPr>
                        <m:begChr m:val="|"/>
                        <m:endChr m:val="|"/>
                        <m:ctrlPr>
                          <a:rPr i="1" lang="en-US" sz="4000">
                            <a:solidFill>
                              <a:schemeClr val="tx1"/>
                            </a:solidFill>
                            <a:latin charset="0" panose="02040503050406030204" pitchFamily="18" typeface="Cambria Math"/>
                          </a:rPr>
                        </m:ctrlPr>
                      </m:dPr>
                      <m:e>
                        <m:r>
                          <a:rPr i="1" lang="en-US" sz="4000">
                            <a:solidFill>
                              <a:schemeClr val="tx1"/>
                            </a:solidFill>
                            <a:latin typeface="Cambria Math"/>
                          </a:rPr>
                          <m:t>𝐶</m:t>
                        </m:r>
                      </m:e>
                    </m:d>
                    <m:r>
                      <a:rPr i="1" lang="en-US" sz="4000">
                        <a:solidFill>
                          <a:schemeClr val="tx1"/>
                        </a:solidFill>
                        <a:latin typeface="Cambria Math"/>
                      </a:rPr>
                      <m:t>=</m:t>
                    </m:r>
                    <m:rad>
                      <m:radPr>
                        <m:degHide m:val="on"/>
                        <m:ctrlPr>
                          <a:rPr i="1" lang="en-US" sz="4000">
                            <a:solidFill>
                              <a:schemeClr val="tx1"/>
                            </a:solidFill>
                            <a:latin charset="0" panose="02040503050406030204" pitchFamily="18" typeface="Cambria Math"/>
                          </a:rPr>
                        </m:ctrlPr>
                      </m:radPr>
                      <m:deg/>
                      <m:e>
                        <m:sSubSup>
                          <m:sSubSupPr>
                            <m:ctrlPr>
                              <a:rPr i="1" lang="en-US" sz="4000">
                                <a:solidFill>
                                  <a:schemeClr val="tx1"/>
                                </a:solidFill>
                                <a:latin charset="0" panose="02040503050406030204" pitchFamily="18" typeface="Cambria Math"/>
                              </a:rPr>
                            </m:ctrlPr>
                          </m:sSubSupPr>
                          <m:e>
                            <m:r>
                              <a:rPr i="1" lang="en-US" sz="4000">
                                <a:solidFill>
                                  <a:schemeClr val="tx1"/>
                                </a:solidFill>
                                <a:latin typeface="Cambria Math"/>
                              </a:rPr>
                              <m:t>𝐶</m:t>
                            </m:r>
                          </m:e>
                          <m:sub>
                            <m:r>
                              <a:rPr i="1" lang="en-US" sz="4000">
                                <a:solidFill>
                                  <a:schemeClr val="tx1"/>
                                </a:solidFill>
                                <a:latin typeface="Cambria Math"/>
                              </a:rPr>
                              <m:t>𝑥</m:t>
                            </m:r>
                          </m:sub>
                          <m:sup>
                            <m:r>
                              <a:rPr i="1" lang="en-US" sz="4000">
                                <a:solidFill>
                                  <a:schemeClr val="tx1"/>
                                </a:solidFill>
                                <a:latin typeface="Cambria Math"/>
                              </a:rPr>
                              <m:t>2</m:t>
                            </m:r>
                          </m:sup>
                        </m:sSubSup>
                        <m:r>
                          <a:rPr i="1" lang="en-US" sz="4000">
                            <a:solidFill>
                              <a:schemeClr val="tx1"/>
                            </a:solidFill>
                            <a:latin typeface="Cambria Math"/>
                          </a:rPr>
                          <m:t>+</m:t>
                        </m:r>
                        <m:sSubSup>
                          <m:sSubSupPr>
                            <m:ctrlPr>
                              <a:rPr i="1" lang="en-US" sz="4000">
                                <a:solidFill>
                                  <a:schemeClr val="tx1"/>
                                </a:solidFill>
                                <a:latin charset="0" panose="02040503050406030204" pitchFamily="18" typeface="Cambria Math"/>
                              </a:rPr>
                            </m:ctrlPr>
                          </m:sSubSupPr>
                          <m:e>
                            <m:r>
                              <a:rPr i="1" lang="en-US" sz="4000">
                                <a:solidFill>
                                  <a:schemeClr val="tx1"/>
                                </a:solidFill>
                                <a:latin typeface="Cambria Math"/>
                              </a:rPr>
                              <m:t>𝐶</m:t>
                            </m:r>
                          </m:e>
                          <m:sub>
                            <m:r>
                              <a:rPr i="1" lang="en-US" sz="4000">
                                <a:solidFill>
                                  <a:schemeClr val="tx1"/>
                                </a:solidFill>
                                <a:latin typeface="Cambria Math"/>
                              </a:rPr>
                              <m:t>𝑦</m:t>
                            </m:r>
                          </m:sub>
                          <m:sup>
                            <m:r>
                              <a:rPr i="1" lang="en-US" sz="4000">
                                <a:solidFill>
                                  <a:schemeClr val="tx1"/>
                                </a:solidFill>
                                <a:latin typeface="Cambria Math"/>
                              </a:rPr>
                              <m:t>2</m:t>
                            </m:r>
                          </m:sup>
                        </m:sSubSup>
                      </m:e>
                    </m:rad>
                  </m:oMath>
                </a14:m>
                <a:endParaRPr dirty="0" lang="en-US" sz="4000">
                  <a:solidFill>
                    <a:schemeClr val="tx1"/>
                  </a:solidFill>
                  <a:latin charset="0" pitchFamily="18" typeface="Times New Roman"/>
                  <a:cs charset="0" pitchFamily="18" typeface="Times New Roman"/>
                </a:endParaRPr>
              </a:p>
              <a:p>
                <a:r>
                  <a:rPr dirty="0" lang="el-GR" sz="4000">
                    <a:solidFill>
                      <a:schemeClr val="tx1"/>
                    </a:solidFill>
                    <a:latin charset="0" pitchFamily="18" typeface="Times New Roman"/>
                    <a:cs charset="0" pitchFamily="18" typeface="Times New Roman"/>
                  </a:rPr>
                  <a:t>θ</a:t>
                </a:r>
                <a14:m>
                  <m:oMath xmlns:m="http://schemas.openxmlformats.org/officeDocument/2006/math">
                    <m:r>
                      <a:rPr i="1" lang="en-US" sz="4000">
                        <a:solidFill>
                          <a:schemeClr val="tx1"/>
                        </a:solidFill>
                        <a:latin typeface="Cambria Math"/>
                      </a:rPr>
                      <m:t>=</m:t>
                    </m:r>
                    <m:sSup>
                      <m:sSupPr>
                        <m:ctrlPr>
                          <a:rPr i="1" lang="en-US" sz="4000">
                            <a:solidFill>
                              <a:schemeClr val="tx1"/>
                            </a:solidFill>
                            <a:latin charset="0" panose="02040503050406030204" pitchFamily="18" typeface="Cambria Math"/>
                          </a:rPr>
                        </m:ctrlPr>
                      </m:sSupPr>
                      <m:e>
                        <m:r>
                          <a:rPr i="1" lang="en-US" sz="4000">
                            <a:solidFill>
                              <a:schemeClr val="tx1"/>
                            </a:solidFill>
                            <a:latin typeface="Cambria Math"/>
                          </a:rPr>
                          <m:t>𝑡𝑎𝑛</m:t>
                        </m:r>
                      </m:e>
                      <m:sup>
                        <m:r>
                          <a:rPr i="1" lang="en-US" sz="4000">
                            <a:solidFill>
                              <a:schemeClr val="tx1"/>
                            </a:solidFill>
                            <a:latin typeface="Cambria Math"/>
                          </a:rPr>
                          <m:t>−1</m:t>
                        </m:r>
                      </m:sup>
                    </m:sSup>
                    <m:d>
                      <m:dPr>
                        <m:ctrlPr>
                          <a:rPr i="1" lang="en-US" sz="4000">
                            <a:solidFill>
                              <a:schemeClr val="tx1"/>
                            </a:solidFill>
                            <a:latin charset="0" panose="02040503050406030204" pitchFamily="18" typeface="Cambria Math"/>
                          </a:rPr>
                        </m:ctrlPr>
                      </m:dPr>
                      <m:e>
                        <m:f>
                          <m:fPr>
                            <m:ctrlPr>
                              <a:rPr i="1" lang="en-US" sz="4000">
                                <a:solidFill>
                                  <a:schemeClr val="tx1"/>
                                </a:solidFill>
                                <a:latin charset="0" panose="02040503050406030204" pitchFamily="18" typeface="Cambria Math"/>
                              </a:rPr>
                            </m:ctrlPr>
                          </m:fPr>
                          <m:num>
                            <m:sSub>
                              <m:sSubPr>
                                <m:ctrlPr>
                                  <a:rPr i="1" lang="en-US" sz="4000">
                                    <a:solidFill>
                                      <a:schemeClr val="tx1"/>
                                    </a:solidFill>
                                    <a:latin charset="0" panose="02040503050406030204" pitchFamily="18" typeface="Cambria Math"/>
                                  </a:rPr>
                                </m:ctrlPr>
                              </m:sSubPr>
                              <m:e>
                                <m:r>
                                  <a:rPr i="1" lang="en-US" sz="4000">
                                    <a:solidFill>
                                      <a:schemeClr val="tx1"/>
                                    </a:solidFill>
                                    <a:latin typeface="Cambria Math"/>
                                  </a:rPr>
                                  <m:t>𝐶</m:t>
                                </m:r>
                              </m:e>
                              <m:sub>
                                <m:r>
                                  <a:rPr i="1" lang="en-US" sz="4000">
                                    <a:solidFill>
                                      <a:schemeClr val="tx1"/>
                                    </a:solidFill>
                                    <a:latin typeface="Cambria Math"/>
                                  </a:rPr>
                                  <m:t>𝑦</m:t>
                                </m:r>
                              </m:sub>
                            </m:sSub>
                          </m:num>
                          <m:den>
                            <m:sSub>
                              <m:sSubPr>
                                <m:ctrlPr>
                                  <a:rPr i="1" lang="en-US" sz="4000">
                                    <a:solidFill>
                                      <a:schemeClr val="tx1"/>
                                    </a:solidFill>
                                    <a:latin charset="0" panose="02040503050406030204" pitchFamily="18" typeface="Cambria Math"/>
                                  </a:rPr>
                                </m:ctrlPr>
                              </m:sSubPr>
                              <m:e>
                                <m:r>
                                  <a:rPr i="1" lang="en-US" sz="4000">
                                    <a:solidFill>
                                      <a:schemeClr val="tx1"/>
                                    </a:solidFill>
                                    <a:latin typeface="Cambria Math"/>
                                  </a:rPr>
                                  <m:t>𝐶</m:t>
                                </m:r>
                              </m:e>
                              <m:sub>
                                <m:r>
                                  <a:rPr i="1" lang="en-US" sz="4000">
                                    <a:solidFill>
                                      <a:schemeClr val="tx1"/>
                                    </a:solidFill>
                                    <a:latin typeface="Cambria Math"/>
                                  </a:rPr>
                                  <m:t>𝑥</m:t>
                                </m:r>
                              </m:sub>
                            </m:sSub>
                          </m:den>
                        </m:f>
                      </m:e>
                    </m:d>
                  </m:oMath>
                </a14:m>
                <a:r>
                  <a:rPr dirty="0" lang="en-US" sz="4000">
                    <a:solidFill>
                      <a:schemeClr val="tx1"/>
                    </a:solidFill>
                    <a:latin charset="0" pitchFamily="18" typeface="Times New Roman"/>
                    <a:cs charset="0" pitchFamily="18" typeface="Times New Roman"/>
                  </a:rPr>
                  <a:t> </a:t>
                </a:r>
              </a:p>
              <a:p>
                <a:endParaRPr dirty="0" lang="en-US" sz="4000"/>
              </a:p>
            </p:txBody>
          </p:sp>
        </mc:Choice>
        <mc:Fallback>
          <p:sp>
            <p:nvSpPr>
              <p:cNvPr id="3" name="Content Placeholder 2"/>
              <p:cNvSpPr>
                <a:spLocks noAdjustHandles="1" noChangeArrowheads="1" noChangeAspect="1" noChangeShapeType="1" noEditPoints="1" noGrp="1" noMove="1" noResize="1" noRot="1" noTextEdit="1"/>
              </p:cNvSpPr>
              <p:nvPr>
                <p:ph idx="1"/>
              </p:nvPr>
            </p:nvSpPr>
            <p:spPr>
              <a:xfrm>
                <a:off x="677334" y="1623527"/>
                <a:ext cx="8596668" cy="5063023"/>
              </a:xfrm>
              <a:blipFill>
                <a:blip r:embed="rId2"/>
                <a:stretch>
                  <a:fillRect b="-120" l="-1277" r="-496" t="-2768"/>
                </a:stretch>
              </a:blipFill>
            </p:spPr>
            <p:txBody>
              <a:bodyPr/>
              <a:lstStyle/>
              <a:p>
                <a:r>
                  <a:rPr lang="en-US">
                    <a:noFill/>
                  </a:rPr>
                  <a:t> </a:t>
                </a:r>
              </a:p>
            </p:txBody>
          </p:sp>
        </mc:Fallback>
      </mc:AlternateContent>
    </p:spTree>
    <p:extLst>
      <p:ext uri="{BB962C8B-B14F-4D97-AF65-F5344CB8AC3E}">
        <p14:creationId xmlns:p14="http://schemas.microsoft.com/office/powerpoint/2010/main" val="3222839442"/>
      </p:ext>
    </p:extLst>
  </p:cSld>
  <p:clrMapOvr>
    <a:masterClrMapping/>
  </p:clrMapOvr>
  <mc:AlternateContent xmlns:mc="http://schemas.openxmlformats.org/markup-compatibility/2006" xmlns:p14="http://schemas.microsoft.com/office/powerpoint/2010/main">
    <mc:Choice Requires="p14">
      <p:transition p14:dur="1500" spd="slow">
        <p:random/>
      </p:transition>
    </mc:Choice>
    <mc:Fallback>
      <p:transition spd="slow">
        <p:random/>
      </p:transition>
    </mc:Fallback>
  </mc:AlternateContent>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10" presetSubtype="0">
                                  <p:stCondLst>
                                    <p:cond delay="0"/>
                                  </p:stCondLst>
                                  <p:childTnLst>
                                    <p:set>
                                      <p:cBhvr>
                                        <p:cTn dur="1" fill="hold" id="6">
                                          <p:stCondLst>
                                            <p:cond delay="0"/>
                                          </p:stCondLst>
                                        </p:cTn>
                                        <p:tgtEl>
                                          <p:spTgt spid="3">
                                            <p:txEl>
                                              <p:pRg end="0" st="0"/>
                                            </p:txEl>
                                          </p:spTgt>
                                        </p:tgtEl>
                                        <p:attrNameLst>
                                          <p:attrName>style.visibility</p:attrName>
                                        </p:attrNameLst>
                                      </p:cBhvr>
                                      <p:to>
                                        <p:strVal val="visible"/>
                                      </p:to>
                                    </p:set>
                                    <p:animEffect filter="fade" transition="in">
                                      <p:cBhvr>
                                        <p:cTn dur="500" id="7"/>
                                        <p:tgtEl>
                                          <p:spTgt spid="3">
                                            <p:txEl>
                                              <p:pRg end="0" st="0"/>
                                            </p:txEl>
                                          </p:spTgt>
                                        </p:tgtEl>
                                      </p:cBhvr>
                                    </p:animEffect>
                                  </p:childTnLst>
                                </p:cTn>
                              </p:par>
                            </p:childTnLst>
                          </p:cTn>
                        </p:par>
                      </p:childTnLst>
                    </p:cTn>
                  </p:par>
                  <p:par>
                    <p:cTn fill="hold" id="8">
                      <p:stCondLst>
                        <p:cond delay="indefinite"/>
                      </p:stCondLst>
                      <p:childTnLst>
                        <p:par>
                          <p:cTn fill="hold" id="9">
                            <p:stCondLst>
                              <p:cond delay="0"/>
                            </p:stCondLst>
                            <p:childTnLst>
                              <p:par>
                                <p:cTn fill="hold" grpId="0" id="10" nodeType="clickEffect" presetClass="entr" presetID="10" presetSubtype="0">
                                  <p:stCondLst>
                                    <p:cond delay="0"/>
                                  </p:stCondLst>
                                  <p:childTnLst>
                                    <p:set>
                                      <p:cBhvr>
                                        <p:cTn dur="1" fill="hold" id="11">
                                          <p:stCondLst>
                                            <p:cond delay="0"/>
                                          </p:stCondLst>
                                        </p:cTn>
                                        <p:tgtEl>
                                          <p:spTgt spid="3">
                                            <p:txEl>
                                              <p:pRg end="1" st="1"/>
                                            </p:txEl>
                                          </p:spTgt>
                                        </p:tgtEl>
                                        <p:attrNameLst>
                                          <p:attrName>style.visibility</p:attrName>
                                        </p:attrNameLst>
                                      </p:cBhvr>
                                      <p:to>
                                        <p:strVal val="visible"/>
                                      </p:to>
                                    </p:set>
                                    <p:animEffect filter="fade" transition="in">
                                      <p:cBhvr>
                                        <p:cTn dur="500" id="12"/>
                                        <p:tgtEl>
                                          <p:spTgt spid="3">
                                            <p:txEl>
                                              <p:pRg end="1" st="1"/>
                                            </p:txEl>
                                          </p:spTgt>
                                        </p:tgtEl>
                                      </p:cBhvr>
                                    </p:animEffect>
                                  </p:childTnLst>
                                </p:cTn>
                              </p:par>
                            </p:childTnLst>
                          </p:cTn>
                        </p:par>
                      </p:childTnLst>
                    </p:cTn>
                  </p:par>
                  <p:par>
                    <p:cTn fill="hold" id="13">
                      <p:stCondLst>
                        <p:cond delay="indefinite"/>
                      </p:stCondLst>
                      <p:childTnLst>
                        <p:par>
                          <p:cTn fill="hold" id="14">
                            <p:stCondLst>
                              <p:cond delay="0"/>
                            </p:stCondLst>
                            <p:childTnLst>
                              <p:par>
                                <p:cTn fill="hold" grpId="0" id="15" nodeType="clickEffect" presetClass="entr" presetID="10" presetSubtype="0">
                                  <p:stCondLst>
                                    <p:cond delay="0"/>
                                  </p:stCondLst>
                                  <p:childTnLst>
                                    <p:set>
                                      <p:cBhvr>
                                        <p:cTn dur="1" fill="hold" id="16">
                                          <p:stCondLst>
                                            <p:cond delay="0"/>
                                          </p:stCondLst>
                                        </p:cTn>
                                        <p:tgtEl>
                                          <p:spTgt spid="3">
                                            <p:txEl>
                                              <p:pRg end="2" st="2"/>
                                            </p:txEl>
                                          </p:spTgt>
                                        </p:tgtEl>
                                        <p:attrNameLst>
                                          <p:attrName>style.visibility</p:attrName>
                                        </p:attrNameLst>
                                      </p:cBhvr>
                                      <p:to>
                                        <p:strVal val="visible"/>
                                      </p:to>
                                    </p:set>
                                    <p:animEffect filter="fade" transition="in">
                                      <p:cBhvr>
                                        <p:cTn dur="500" id="17"/>
                                        <p:tgtEl>
                                          <p:spTgt spid="3">
                                            <p:txEl>
                                              <p:pRg end="2" st="2"/>
                                            </p:txEl>
                                          </p:spTgt>
                                        </p:tgtEl>
                                      </p:cBhvr>
                                    </p:animEffect>
                                  </p:childTnLst>
                                </p:cTn>
                              </p:par>
                            </p:childTnLst>
                          </p:cTn>
                        </p:par>
                      </p:childTnLst>
                    </p:cTn>
                  </p:par>
                  <p:par>
                    <p:cTn fill="hold" id="18">
                      <p:stCondLst>
                        <p:cond delay="indefinite"/>
                      </p:stCondLst>
                      <p:childTnLst>
                        <p:par>
                          <p:cTn fill="hold" id="19">
                            <p:stCondLst>
                              <p:cond delay="0"/>
                            </p:stCondLst>
                            <p:childTnLst>
                              <p:par>
                                <p:cTn fill="hold" grpId="0" id="20" nodeType="clickEffect" presetClass="entr" presetID="10" presetSubtype="0">
                                  <p:stCondLst>
                                    <p:cond delay="0"/>
                                  </p:stCondLst>
                                  <p:childTnLst>
                                    <p:set>
                                      <p:cBhvr>
                                        <p:cTn dur="1" fill="hold" id="21">
                                          <p:stCondLst>
                                            <p:cond delay="0"/>
                                          </p:stCondLst>
                                        </p:cTn>
                                        <p:tgtEl>
                                          <p:spTgt spid="3">
                                            <p:txEl>
                                              <p:pRg end="3" st="3"/>
                                            </p:txEl>
                                          </p:spTgt>
                                        </p:tgtEl>
                                        <p:attrNameLst>
                                          <p:attrName>style.visibility</p:attrName>
                                        </p:attrNameLst>
                                      </p:cBhvr>
                                      <p:to>
                                        <p:strVal val="visible"/>
                                      </p:to>
                                    </p:set>
                                    <p:animEffect filter="fade" transition="in">
                                      <p:cBhvr>
                                        <p:cTn dur="500" id="22"/>
                                        <p:tgtEl>
                                          <p:spTgt spid="3">
                                            <p:txEl>
                                              <p:pRg end="3" st="3"/>
                                            </p:txEl>
                                          </p:spTgt>
                                        </p:tgtEl>
                                      </p:cBhvr>
                                    </p:animEffect>
                                  </p:childTnLst>
                                </p:cTn>
                              </p:par>
                            </p:childTnLst>
                          </p:cTn>
                        </p:par>
                      </p:childTnLst>
                    </p:cTn>
                  </p:par>
                  <p:par>
                    <p:cTn fill="hold" id="23">
                      <p:stCondLst>
                        <p:cond delay="indefinite"/>
                      </p:stCondLst>
                      <p:childTnLst>
                        <p:par>
                          <p:cTn fill="hold" id="24">
                            <p:stCondLst>
                              <p:cond delay="0"/>
                            </p:stCondLst>
                            <p:childTnLst>
                              <p:par>
                                <p:cTn fill="hold" grpId="0" id="25" nodeType="clickEffect" presetClass="entr" presetID="10" presetSubtype="0">
                                  <p:stCondLst>
                                    <p:cond delay="0"/>
                                  </p:stCondLst>
                                  <p:childTnLst>
                                    <p:set>
                                      <p:cBhvr>
                                        <p:cTn dur="1" fill="hold" id="26">
                                          <p:stCondLst>
                                            <p:cond delay="0"/>
                                          </p:stCondLst>
                                        </p:cTn>
                                        <p:tgtEl>
                                          <p:spTgt spid="3">
                                            <p:txEl>
                                              <p:pRg end="4" st="4"/>
                                            </p:txEl>
                                          </p:spTgt>
                                        </p:tgtEl>
                                        <p:attrNameLst>
                                          <p:attrName>style.visibility</p:attrName>
                                        </p:attrNameLst>
                                      </p:cBhvr>
                                      <p:to>
                                        <p:strVal val="visible"/>
                                      </p:to>
                                    </p:set>
                                    <p:animEffect filter="fade" transition="in">
                                      <p:cBhvr>
                                        <p:cTn dur="500" id="27"/>
                                        <p:tgtEl>
                                          <p:spTgt spid="3">
                                            <p:txEl>
                                              <p:pRg end="4" st="4"/>
                                            </p:txEl>
                                          </p:spTgt>
                                        </p:tgtEl>
                                      </p:cBhvr>
                                    </p:animEffect>
                                  </p:childTnLst>
                                </p:cTn>
                              </p:par>
                            </p:childTnLst>
                          </p:cTn>
                        </p:par>
                      </p:childTnLst>
                    </p:cTn>
                  </p:par>
                  <p:par>
                    <p:cTn fill="hold" id="28">
                      <p:stCondLst>
                        <p:cond delay="indefinite"/>
                      </p:stCondLst>
                      <p:childTnLst>
                        <p:par>
                          <p:cTn fill="hold" id="29">
                            <p:stCondLst>
                              <p:cond delay="0"/>
                            </p:stCondLst>
                            <p:childTnLst>
                              <p:par>
                                <p:cTn fill="hold" grpId="0" id="30" nodeType="clickEffect" presetClass="entr" presetID="10" presetSubtype="0">
                                  <p:stCondLst>
                                    <p:cond delay="0"/>
                                  </p:stCondLst>
                                  <p:childTnLst>
                                    <p:set>
                                      <p:cBhvr>
                                        <p:cTn dur="1" fill="hold" id="31">
                                          <p:stCondLst>
                                            <p:cond delay="0"/>
                                          </p:stCondLst>
                                        </p:cTn>
                                        <p:tgtEl>
                                          <p:spTgt spid="3">
                                            <p:txEl>
                                              <p:pRg end="5" st="5"/>
                                            </p:txEl>
                                          </p:spTgt>
                                        </p:tgtEl>
                                        <p:attrNameLst>
                                          <p:attrName>style.visibility</p:attrName>
                                        </p:attrNameLst>
                                      </p:cBhvr>
                                      <p:to>
                                        <p:strVal val="visible"/>
                                      </p:to>
                                    </p:set>
                                    <p:animEffect filter="fade" transition="in">
                                      <p:cBhvr>
                                        <p:cTn dur="500" id="32"/>
                                        <p:tgtEl>
                                          <p:spTgt spid="3">
                                            <p:txEl>
                                              <p:pRg end="5" st="5"/>
                                            </p:txEl>
                                          </p:spTgt>
                                        </p:tgtEl>
                                      </p:cBhvr>
                                    </p:animEffec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build="p" grpId="0" spid="3"/>
    </p:bld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79E5FF-3E49-C4FA-5FDD-D5991768D7BE}"/>
              </a:ext>
            </a:extLst>
          </p:cNvPr>
          <p:cNvSpPr>
            <a:spLocks noGrp="1"/>
          </p:cNvSpPr>
          <p:nvPr>
            <p:ph type="title"/>
          </p:nvPr>
        </p:nvSpPr>
        <p:spPr/>
        <p:txBody>
          <a:bodyPr/>
          <a:lstStyle/>
          <a:p>
            <a:r>
              <a:rPr dirty="0" lang="en-US">
                <a:solidFill>
                  <a:srgbClr val="1391BC"/>
                </a:solidFill>
              </a:rPr>
              <a:t>Theory, Cont.</a:t>
            </a:r>
          </a:p>
        </p:txBody>
      </p:sp>
      <mc:AlternateContent xmlns:a14="http://schemas.microsoft.com/office/drawing/2010/main" xmlns:mc="http://schemas.openxmlformats.org/markup-compatibility/2006">
        <mc:Choice Requires="a14">
          <p:sp>
            <p:nvSpPr>
              <p:cNvPr id="3" name="Content Placeholder 2">
                <a:extLst>
                  <a:ext uri="{FF2B5EF4-FFF2-40B4-BE49-F238E27FC236}">
                    <a16:creationId xmlns:a16="http://schemas.microsoft.com/office/drawing/2014/main" id="{76E833E5-5244-B433-EBBC-3609B6C4FC9A}"/>
                  </a:ext>
                </a:extLst>
              </p:cNvPr>
              <p:cNvSpPr>
                <a:spLocks noGrp="1"/>
              </p:cNvSpPr>
              <p:nvPr>
                <p:ph idx="1"/>
              </p:nvPr>
            </p:nvSpPr>
            <p:spPr>
              <a:xfrm>
                <a:off x="770640" y="1716832"/>
                <a:ext cx="8596668" cy="2127380"/>
              </a:xfrm>
            </p:spPr>
            <p:txBody>
              <a:bodyPr>
                <a:normAutofit/>
              </a:bodyPr>
              <a:lstStyle/>
              <a:p>
                <a14:m>
                  <m:oMath xmlns:m="http://schemas.openxmlformats.org/officeDocument/2006/math">
                    <m:sSub>
                      <m:sSubPr>
                        <m:ctrlPr>
                          <a:rPr b="1" i="1" lang="en-US" smtClean="0" sz="2000">
                            <a:effectLst/>
                            <a:latin charset="0" panose="02040503050406030204" pitchFamily="18" typeface="Cambria Math"/>
                          </a:rPr>
                        </m:ctrlPr>
                      </m:sSubPr>
                      <m:e>
                        <m:acc>
                          <m:accPr>
                            <m:chr m:val="⃗"/>
                            <m:ctrlPr>
                              <a:rPr b="1" i="1" lang="en-US" sz="2000">
                                <a:effectLst/>
                                <a:latin charset="0" panose="02040503050406030204" pitchFamily="18" typeface="Cambria Math"/>
                              </a:rPr>
                            </m:ctrlPr>
                          </m:accPr>
                          <m:e>
                            <m:r>
                              <a:rPr b="1" i="1" lang="en-US" sz="2000">
                                <a:effectLst/>
                                <a:latin charset="0" panose="02040503050406030204" pitchFamily="18" typeface="Cambria Math"/>
                                <a:ea charset="0" panose="020F0502020204030204" pitchFamily="34" typeface="Calibri"/>
                                <a:cs charset="0" panose="02020603050405020304" pitchFamily="18" typeface="Times New Roman"/>
                              </a:rPr>
                              <m:t>𝑽</m:t>
                            </m:r>
                          </m:e>
                        </m:acc>
                      </m:e>
                      <m:sub>
                        <m:r>
                          <a:rPr b="1" i="1" lang="en-US" sz="2000">
                            <a:effectLst/>
                            <a:latin charset="0" panose="02040503050406030204" pitchFamily="18" typeface="Cambria Math"/>
                            <a:ea charset="0" panose="020F0502020204030204" pitchFamily="34" typeface="Calibri"/>
                            <a:cs charset="0" panose="02020603050405020304" pitchFamily="18" typeface="Times New Roman"/>
                          </a:rPr>
                          <m:t>𝟏</m:t>
                        </m:r>
                      </m:sub>
                    </m:sSub>
                    <m:sSub>
                      <m:sSubPr>
                        <m:ctrlPr>
                          <a:rPr b="1" i="1" lang="en-US" sz="2000">
                            <a:effectLst/>
                            <a:latin charset="0" panose="02040503050406030204" pitchFamily="18" typeface="Cambria Math"/>
                          </a:rPr>
                        </m:ctrlPr>
                      </m:sSubPr>
                      <m:e>
                        <m:r>
                          <a:rPr b="1" i="1" lang="en-US" sz="2000">
                            <a:effectLst/>
                            <a:latin charset="0" panose="02040503050406030204" pitchFamily="18" typeface="Cambria Math"/>
                            <a:ea charset="0" panose="020F0502020204030204" pitchFamily="34" typeface="Calibri"/>
                            <a:cs charset="0" panose="02020603050405020304" pitchFamily="18" typeface="Times New Roman"/>
                          </a:rPr>
                          <m:t>+</m:t>
                        </m:r>
                        <m:acc>
                          <m:accPr>
                            <m:chr m:val="⃗"/>
                            <m:ctrlPr>
                              <a:rPr b="1" i="1" lang="en-US" sz="2000">
                                <a:effectLst/>
                                <a:latin charset="0" panose="02040503050406030204" pitchFamily="18" typeface="Cambria Math"/>
                              </a:rPr>
                            </m:ctrlPr>
                          </m:accPr>
                          <m:e>
                            <m:r>
                              <a:rPr b="1" i="1" lang="en-US" sz="2000">
                                <a:effectLst/>
                                <a:latin charset="0" panose="02040503050406030204" pitchFamily="18" typeface="Cambria Math"/>
                                <a:ea charset="0" panose="020F0502020204030204" pitchFamily="34" typeface="Calibri"/>
                                <a:cs charset="0" panose="02020603050405020304" pitchFamily="18" typeface="Times New Roman"/>
                              </a:rPr>
                              <m:t>𝑽</m:t>
                            </m:r>
                          </m:e>
                        </m:acc>
                      </m:e>
                      <m:sub>
                        <m:r>
                          <a:rPr b="1" i="1" lang="en-US" sz="2000">
                            <a:effectLst/>
                            <a:latin charset="0" panose="02040503050406030204" pitchFamily="18" typeface="Cambria Math"/>
                            <a:ea charset="0" panose="020F0502020204030204" pitchFamily="34" typeface="Calibri"/>
                            <a:cs charset="0" panose="02020603050405020304" pitchFamily="18" typeface="Times New Roman"/>
                          </a:rPr>
                          <m:t>𝟐</m:t>
                        </m:r>
                      </m:sub>
                    </m:sSub>
                    <m:r>
                      <a:rPr b="1" i="1" lang="en-US" sz="2000">
                        <a:effectLst/>
                        <a:latin charset="0" panose="02040503050406030204" pitchFamily="18" typeface="Cambria Math"/>
                        <a:ea charset="0" panose="020F0502020204030204" pitchFamily="34" typeface="Calibri"/>
                        <a:cs charset="0" panose="02020603050405020304" pitchFamily="18" typeface="Times New Roman"/>
                      </a:rPr>
                      <m:t>=</m:t>
                    </m:r>
                    <m:sSub>
                      <m:sSubPr>
                        <m:ctrlPr>
                          <a:rPr b="1" i="1" lang="en-US" sz="2000">
                            <a:effectLst/>
                            <a:latin charset="0" panose="02040503050406030204" pitchFamily="18" typeface="Cambria Math"/>
                          </a:rPr>
                        </m:ctrlPr>
                      </m:sSubPr>
                      <m:e>
                        <m:acc>
                          <m:accPr>
                            <m:chr m:val="⃗"/>
                            <m:ctrlPr>
                              <a:rPr b="1" i="1" lang="en-US" sz="2000">
                                <a:effectLst/>
                                <a:latin charset="0" panose="02040503050406030204" pitchFamily="18" typeface="Cambria Math"/>
                              </a:rPr>
                            </m:ctrlPr>
                          </m:accPr>
                          <m:e>
                            <m:r>
                              <a:rPr b="1" i="1" lang="en-US" sz="2000">
                                <a:effectLst/>
                                <a:latin charset="0" panose="02040503050406030204" pitchFamily="18" typeface="Cambria Math"/>
                                <a:ea charset="0" panose="020F0502020204030204" pitchFamily="34" typeface="Calibri"/>
                                <a:cs charset="0" panose="02020603050405020304" pitchFamily="18" typeface="Times New Roman"/>
                              </a:rPr>
                              <m:t>𝑽</m:t>
                            </m:r>
                          </m:e>
                        </m:acc>
                      </m:e>
                      <m:sub>
                        <m:r>
                          <a:rPr b="1" i="1" lang="en-US" sz="2000">
                            <a:effectLst/>
                            <a:latin charset="0" panose="02040503050406030204" pitchFamily="18" typeface="Cambria Math"/>
                            <a:ea charset="0" panose="020F0502020204030204" pitchFamily="34" typeface="Calibri"/>
                            <a:cs charset="0" panose="02020603050405020304" pitchFamily="18" typeface="Times New Roman"/>
                          </a:rPr>
                          <m:t>𝟐</m:t>
                        </m:r>
                      </m:sub>
                    </m:sSub>
                    <m:sSub>
                      <m:sSubPr>
                        <m:ctrlPr>
                          <a:rPr b="1" i="1" lang="en-US" sz="2000">
                            <a:effectLst/>
                            <a:latin charset="0" panose="02040503050406030204" pitchFamily="18" typeface="Cambria Math"/>
                          </a:rPr>
                        </m:ctrlPr>
                      </m:sSubPr>
                      <m:e>
                        <m:r>
                          <a:rPr b="1" i="1" lang="en-US" sz="2000">
                            <a:effectLst/>
                            <a:latin charset="0" panose="02040503050406030204" pitchFamily="18" typeface="Cambria Math"/>
                            <a:ea charset="0" panose="020F0502020204030204" pitchFamily="34" typeface="Calibri"/>
                            <a:cs charset="0" panose="02020603050405020304" pitchFamily="18" typeface="Times New Roman"/>
                          </a:rPr>
                          <m:t>+</m:t>
                        </m:r>
                        <m:acc>
                          <m:accPr>
                            <m:chr m:val="⃗"/>
                            <m:ctrlPr>
                              <a:rPr b="1" i="1" lang="en-US" sz="2000">
                                <a:effectLst/>
                                <a:latin charset="0" panose="02040503050406030204" pitchFamily="18" typeface="Cambria Math"/>
                              </a:rPr>
                            </m:ctrlPr>
                          </m:accPr>
                          <m:e>
                            <m:r>
                              <a:rPr b="1" i="1" lang="en-US" sz="2000">
                                <a:effectLst/>
                                <a:latin charset="0" panose="02040503050406030204" pitchFamily="18" typeface="Cambria Math"/>
                                <a:ea charset="0" panose="020F0502020204030204" pitchFamily="34" typeface="Calibri"/>
                                <a:cs charset="0" panose="02020603050405020304" pitchFamily="18" typeface="Times New Roman"/>
                              </a:rPr>
                              <m:t>𝑽</m:t>
                            </m:r>
                          </m:e>
                        </m:acc>
                      </m:e>
                      <m:sub>
                        <m:r>
                          <a:rPr b="1" i="1" lang="en-US" sz="2000">
                            <a:effectLst/>
                            <a:latin charset="0" panose="02040503050406030204" pitchFamily="18" typeface="Cambria Math"/>
                            <a:ea charset="0" panose="020F0502020204030204" pitchFamily="34" typeface="Calibri"/>
                            <a:cs charset="0" panose="02020603050405020304" pitchFamily="18" typeface="Times New Roman"/>
                          </a:rPr>
                          <m:t>𝟏</m:t>
                        </m:r>
                      </m:sub>
                    </m:sSub>
                  </m:oMath>
                </a14:m>
                <a:r>
                  <a:rPr dirty="0" lang="en-US" sz="2000">
                    <a:effectLst/>
                    <a:latin charset="0" panose="020F0502020204030204" pitchFamily="34" typeface="Calibri"/>
                    <a:ea charset="0" panose="020F0502020204030204" pitchFamily="34" typeface="Calibri"/>
                    <a:cs charset="0" panose="02020603050405020304" pitchFamily="18" typeface="Times New Roman"/>
                  </a:rPr>
                  <a:t>,  	[commutative property]     </a:t>
                </a:r>
              </a:p>
              <a:p>
                <a14:m>
                  <m:oMath xmlns:m="http://schemas.openxmlformats.org/officeDocument/2006/math">
                    <m:sSub>
                      <m:sSubPr>
                        <m:ctrlPr>
                          <a:rPr b="1" i="1" lang="en-US" smtClean="0" sz="2000">
                            <a:effectLst/>
                            <a:latin charset="0" panose="02040503050406030204" pitchFamily="18" typeface="Cambria Math"/>
                          </a:rPr>
                        </m:ctrlPr>
                      </m:sSubPr>
                      <m:e>
                        <m:r>
                          <a:rPr b="1" i="1" lang="en-US" sz="2000">
                            <a:effectLst/>
                            <a:latin charset="0" panose="02040503050406030204" pitchFamily="18" typeface="Cambria Math"/>
                            <a:ea charset="0" panose="020F0502020204030204" pitchFamily="34" typeface="Calibri"/>
                            <a:cs charset="0" panose="02020603050405020304" pitchFamily="18" typeface="Times New Roman"/>
                          </a:rPr>
                          <m:t>(</m:t>
                        </m:r>
                        <m:acc>
                          <m:accPr>
                            <m:chr m:val="⃗"/>
                            <m:ctrlPr>
                              <a:rPr b="1" i="1" lang="en-US" sz="2000">
                                <a:effectLst/>
                                <a:latin charset="0" panose="02040503050406030204" pitchFamily="18" typeface="Cambria Math"/>
                              </a:rPr>
                            </m:ctrlPr>
                          </m:accPr>
                          <m:e>
                            <m:r>
                              <a:rPr b="1" i="1" lang="en-US" sz="2000">
                                <a:effectLst/>
                                <a:latin charset="0" panose="02040503050406030204" pitchFamily="18" typeface="Cambria Math"/>
                                <a:ea charset="0" panose="020F0502020204030204" pitchFamily="34" typeface="Calibri"/>
                                <a:cs charset="0" panose="02020603050405020304" pitchFamily="18" typeface="Times New Roman"/>
                              </a:rPr>
                              <m:t>𝑽</m:t>
                            </m:r>
                          </m:e>
                        </m:acc>
                      </m:e>
                      <m:sub>
                        <m:r>
                          <a:rPr b="1" i="1" lang="en-US" sz="2000">
                            <a:effectLst/>
                            <a:latin charset="0" panose="02040503050406030204" pitchFamily="18" typeface="Cambria Math"/>
                            <a:ea charset="0" panose="020F0502020204030204" pitchFamily="34" typeface="Calibri"/>
                            <a:cs charset="0" panose="02020603050405020304" pitchFamily="18" typeface="Times New Roman"/>
                          </a:rPr>
                          <m:t>𝟏</m:t>
                        </m:r>
                      </m:sub>
                    </m:sSub>
                    <m:sSub>
                      <m:sSubPr>
                        <m:ctrlPr>
                          <a:rPr b="1" i="1" lang="en-US" sz="2000">
                            <a:effectLst/>
                            <a:latin charset="0" panose="02040503050406030204" pitchFamily="18" typeface="Cambria Math"/>
                          </a:rPr>
                        </m:ctrlPr>
                      </m:sSubPr>
                      <m:e>
                        <m:r>
                          <a:rPr b="1" i="1" lang="en-US" sz="2000">
                            <a:effectLst/>
                            <a:latin charset="0" panose="02040503050406030204" pitchFamily="18" typeface="Cambria Math"/>
                            <a:ea charset="0" panose="020F0502020204030204" pitchFamily="34" typeface="Calibri"/>
                            <a:cs charset="0" panose="02020603050405020304" pitchFamily="18" typeface="Times New Roman"/>
                          </a:rPr>
                          <m:t>+</m:t>
                        </m:r>
                        <m:acc>
                          <m:accPr>
                            <m:chr m:val="⃗"/>
                            <m:ctrlPr>
                              <a:rPr b="1" i="1" lang="en-US" sz="2000">
                                <a:effectLst/>
                                <a:latin charset="0" panose="02040503050406030204" pitchFamily="18" typeface="Cambria Math"/>
                              </a:rPr>
                            </m:ctrlPr>
                          </m:accPr>
                          <m:e>
                            <m:r>
                              <a:rPr b="1" i="1" lang="en-US" sz="2000">
                                <a:effectLst/>
                                <a:latin charset="0" panose="02040503050406030204" pitchFamily="18" typeface="Cambria Math"/>
                                <a:ea charset="0" panose="020F0502020204030204" pitchFamily="34" typeface="Calibri"/>
                                <a:cs charset="0" panose="02020603050405020304" pitchFamily="18" typeface="Times New Roman"/>
                              </a:rPr>
                              <m:t>𝑽</m:t>
                            </m:r>
                          </m:e>
                        </m:acc>
                      </m:e>
                      <m:sub>
                        <m:r>
                          <a:rPr b="1" i="1" lang="en-US" sz="2000">
                            <a:effectLst/>
                            <a:latin charset="0" panose="02040503050406030204" pitchFamily="18" typeface="Cambria Math"/>
                            <a:ea charset="0" panose="020F0502020204030204" pitchFamily="34" typeface="Calibri"/>
                            <a:cs charset="0" panose="02020603050405020304" pitchFamily="18" typeface="Times New Roman"/>
                          </a:rPr>
                          <m:t>𝟐</m:t>
                        </m:r>
                      </m:sub>
                    </m:sSub>
                    <m:r>
                      <a:rPr b="1" i="1" lang="en-US" sz="2000">
                        <a:effectLst/>
                        <a:latin charset="0" panose="02040503050406030204" pitchFamily="18" typeface="Cambria Math"/>
                        <a:ea charset="0" panose="020F0502020204030204" pitchFamily="34" typeface="Calibri"/>
                        <a:cs charset="0" panose="02020603050405020304" pitchFamily="18" typeface="Times New Roman"/>
                      </a:rPr>
                      <m:t>)+</m:t>
                    </m:r>
                    <m:sSub>
                      <m:sSubPr>
                        <m:ctrlPr>
                          <a:rPr b="1" i="1" lang="en-US" sz="2000">
                            <a:effectLst/>
                            <a:latin charset="0" panose="02040503050406030204" pitchFamily="18" typeface="Cambria Math"/>
                          </a:rPr>
                        </m:ctrlPr>
                      </m:sSubPr>
                      <m:e>
                        <m:acc>
                          <m:accPr>
                            <m:chr m:val="⃗"/>
                            <m:ctrlPr>
                              <a:rPr b="1" i="1" lang="en-US" sz="2000">
                                <a:effectLst/>
                                <a:latin charset="0" panose="02040503050406030204" pitchFamily="18" typeface="Cambria Math"/>
                              </a:rPr>
                            </m:ctrlPr>
                          </m:accPr>
                          <m:e>
                            <m:r>
                              <a:rPr b="1" i="1" lang="en-US" sz="2000">
                                <a:effectLst/>
                                <a:latin charset="0" panose="02040503050406030204" pitchFamily="18" typeface="Cambria Math"/>
                                <a:ea charset="0" panose="020F0502020204030204" pitchFamily="34" typeface="Calibri"/>
                                <a:cs charset="0" panose="02020603050405020304" pitchFamily="18" typeface="Times New Roman"/>
                              </a:rPr>
                              <m:t>𝑽</m:t>
                            </m:r>
                          </m:e>
                        </m:acc>
                      </m:e>
                      <m:sub>
                        <m:r>
                          <a:rPr b="1" i="1" lang="en-US" sz="2000">
                            <a:effectLst/>
                            <a:latin charset="0" panose="02040503050406030204" pitchFamily="18" typeface="Cambria Math"/>
                            <a:ea charset="0" panose="020F0502020204030204" pitchFamily="34" typeface="Calibri"/>
                            <a:cs charset="0" panose="02020603050405020304" pitchFamily="18" typeface="Times New Roman"/>
                          </a:rPr>
                          <m:t>𝟑</m:t>
                        </m:r>
                      </m:sub>
                    </m:sSub>
                    <m:r>
                      <a:rPr b="1" i="1" lang="en-US" sz="2000">
                        <a:effectLst/>
                        <a:latin charset="0" panose="02040503050406030204" pitchFamily="18" typeface="Cambria Math"/>
                        <a:ea charset="0" panose="020F0502020204030204" pitchFamily="34" typeface="Calibri"/>
                        <a:cs charset="0" panose="02020603050405020304" pitchFamily="18" typeface="Times New Roman"/>
                      </a:rPr>
                      <m:t>=</m:t>
                    </m:r>
                    <m:sSub>
                      <m:sSubPr>
                        <m:ctrlPr>
                          <a:rPr b="1" i="1" lang="en-US" sz="2000">
                            <a:effectLst/>
                            <a:latin charset="0" panose="02040503050406030204" pitchFamily="18" typeface="Cambria Math"/>
                          </a:rPr>
                        </m:ctrlPr>
                      </m:sSubPr>
                      <m:e>
                        <m:acc>
                          <m:accPr>
                            <m:chr m:val="⃗"/>
                            <m:ctrlPr>
                              <a:rPr b="1" i="1" lang="en-US" sz="2000">
                                <a:effectLst/>
                                <a:latin charset="0" panose="02040503050406030204" pitchFamily="18" typeface="Cambria Math"/>
                              </a:rPr>
                            </m:ctrlPr>
                          </m:accPr>
                          <m:e>
                            <m:r>
                              <a:rPr b="1" i="1" lang="en-US" sz="2000">
                                <a:effectLst/>
                                <a:latin charset="0" panose="02040503050406030204" pitchFamily="18" typeface="Cambria Math"/>
                                <a:ea charset="0" panose="020F0502020204030204" pitchFamily="34" typeface="Calibri"/>
                                <a:cs charset="0" panose="02020603050405020304" pitchFamily="18" typeface="Times New Roman"/>
                              </a:rPr>
                              <m:t>𝑽</m:t>
                            </m:r>
                          </m:e>
                        </m:acc>
                      </m:e>
                      <m:sub>
                        <m:r>
                          <a:rPr b="1" i="1" lang="en-US" sz="2000">
                            <a:effectLst/>
                            <a:latin charset="0" panose="02040503050406030204" pitchFamily="18" typeface="Cambria Math"/>
                            <a:ea charset="0" panose="020F0502020204030204" pitchFamily="34" typeface="Calibri"/>
                            <a:cs charset="0" panose="02020603050405020304" pitchFamily="18" typeface="Times New Roman"/>
                          </a:rPr>
                          <m:t>𝟏</m:t>
                        </m:r>
                      </m:sub>
                    </m:sSub>
                    <m:sSub>
                      <m:sSubPr>
                        <m:ctrlPr>
                          <a:rPr b="1" i="1" lang="en-US" sz="2000">
                            <a:effectLst/>
                            <a:latin charset="0" panose="02040503050406030204" pitchFamily="18" typeface="Cambria Math"/>
                          </a:rPr>
                        </m:ctrlPr>
                      </m:sSubPr>
                      <m:e>
                        <m:r>
                          <a:rPr b="1" i="1" lang="en-US" sz="2000">
                            <a:effectLst/>
                            <a:latin charset="0" panose="02040503050406030204" pitchFamily="18" typeface="Cambria Math"/>
                            <a:ea charset="0" panose="020F0502020204030204" pitchFamily="34" typeface="Calibri"/>
                            <a:cs charset="0" panose="02020603050405020304" pitchFamily="18" typeface="Times New Roman"/>
                          </a:rPr>
                          <m:t>+(</m:t>
                        </m:r>
                        <m:acc>
                          <m:accPr>
                            <m:chr m:val="⃗"/>
                            <m:ctrlPr>
                              <a:rPr b="1" i="1" lang="en-US" sz="2000">
                                <a:effectLst/>
                                <a:latin charset="0" panose="02040503050406030204" pitchFamily="18" typeface="Cambria Math"/>
                              </a:rPr>
                            </m:ctrlPr>
                          </m:accPr>
                          <m:e>
                            <m:r>
                              <a:rPr b="1" i="1" lang="en-US" sz="2000">
                                <a:effectLst/>
                                <a:latin charset="0" panose="02040503050406030204" pitchFamily="18" typeface="Cambria Math"/>
                                <a:ea charset="0" panose="020F0502020204030204" pitchFamily="34" typeface="Calibri"/>
                                <a:cs charset="0" panose="02020603050405020304" pitchFamily="18" typeface="Times New Roman"/>
                              </a:rPr>
                              <m:t>𝑽</m:t>
                            </m:r>
                          </m:e>
                        </m:acc>
                      </m:e>
                      <m:sub>
                        <m:r>
                          <a:rPr b="1" i="1" lang="en-US" sz="2000">
                            <a:effectLst/>
                            <a:latin charset="0" panose="02040503050406030204" pitchFamily="18" typeface="Cambria Math"/>
                            <a:ea charset="0" panose="020F0502020204030204" pitchFamily="34" typeface="Calibri"/>
                            <a:cs charset="0" panose="02020603050405020304" pitchFamily="18" typeface="Times New Roman"/>
                          </a:rPr>
                          <m:t>𝟐</m:t>
                        </m:r>
                      </m:sub>
                    </m:sSub>
                    <m:r>
                      <a:rPr b="1" i="1" lang="en-US" sz="2000">
                        <a:effectLst/>
                        <a:latin charset="0" panose="02040503050406030204" pitchFamily="18" typeface="Cambria Math"/>
                        <a:ea charset="0" panose="020F0502020204030204" pitchFamily="34" typeface="Calibri"/>
                        <a:cs charset="0" panose="02020603050405020304" pitchFamily="18" typeface="Times New Roman"/>
                      </a:rPr>
                      <m:t>+</m:t>
                    </m:r>
                    <m:sSub>
                      <m:sSubPr>
                        <m:ctrlPr>
                          <a:rPr b="1" i="1" lang="en-US" sz="2000">
                            <a:effectLst/>
                            <a:latin charset="0" panose="02040503050406030204" pitchFamily="18" typeface="Cambria Math"/>
                          </a:rPr>
                        </m:ctrlPr>
                      </m:sSubPr>
                      <m:e>
                        <m:acc>
                          <m:accPr>
                            <m:chr m:val="⃗"/>
                            <m:ctrlPr>
                              <a:rPr b="1" i="1" lang="en-US" sz="2000">
                                <a:effectLst/>
                                <a:latin charset="0" panose="02040503050406030204" pitchFamily="18" typeface="Cambria Math"/>
                              </a:rPr>
                            </m:ctrlPr>
                          </m:accPr>
                          <m:e>
                            <m:r>
                              <a:rPr b="1" i="1" lang="en-US" sz="2000">
                                <a:effectLst/>
                                <a:latin charset="0" panose="02040503050406030204" pitchFamily="18" typeface="Cambria Math"/>
                                <a:ea charset="0" panose="020F0502020204030204" pitchFamily="34" typeface="Calibri"/>
                                <a:cs charset="0" panose="02020603050405020304" pitchFamily="18" typeface="Times New Roman"/>
                              </a:rPr>
                              <m:t>𝑽</m:t>
                            </m:r>
                          </m:e>
                        </m:acc>
                      </m:e>
                      <m:sub>
                        <m:r>
                          <a:rPr b="1" i="1" lang="en-US" sz="2000">
                            <a:effectLst/>
                            <a:latin charset="0" panose="02040503050406030204" pitchFamily="18" typeface="Cambria Math"/>
                            <a:ea charset="0" panose="020F0502020204030204" pitchFamily="34" typeface="Calibri"/>
                            <a:cs charset="0" panose="02020603050405020304" pitchFamily="18" typeface="Times New Roman"/>
                          </a:rPr>
                          <m:t>𝟑</m:t>
                        </m:r>
                      </m:sub>
                    </m:sSub>
                    <m:r>
                      <a:rPr b="1" i="1" lang="en-US" sz="2000">
                        <a:effectLst/>
                        <a:latin charset="0" panose="02040503050406030204" pitchFamily="18" typeface="Cambria Math"/>
                        <a:ea charset="0" panose="020F0502020204030204" pitchFamily="34" typeface="Calibri"/>
                        <a:cs charset="0" panose="02020603050405020304" pitchFamily="18" typeface="Times New Roman"/>
                      </a:rPr>
                      <m:t>)</m:t>
                    </m:r>
                  </m:oMath>
                </a14:m>
                <a:r>
                  <a:rPr dirty="0" lang="en-US" sz="2000">
                    <a:effectLst/>
                    <a:latin charset="0" panose="020F0502020204030204" pitchFamily="34" typeface="Calibri"/>
                    <a:ea charset="0" panose="020F0502020204030204" pitchFamily="34" typeface="Calibri"/>
                    <a:cs charset="0" panose="02020603050405020304" pitchFamily="18" typeface="Times New Roman"/>
                  </a:rPr>
                  <a:t>,     [associative property]     </a:t>
                </a:r>
                <a:endParaRPr dirty="0" kern="100" lang="en-US" sz="2000">
                  <a:effectLst/>
                  <a:latin charset="0" panose="020F0502020204030204" pitchFamily="34" typeface="Calibri"/>
                  <a:ea charset="0" panose="020F0502020204030204" pitchFamily="34" typeface="Calibri"/>
                  <a:cs charset="0" panose="02020603050405020304" pitchFamily="18" typeface="Times New Roman"/>
                </a:endParaRPr>
              </a:p>
              <a:p>
                <a:r>
                  <a:rPr dirty="0" kern="100" lang="en-US" sz="2000">
                    <a:effectLst/>
                    <a:latin charset="0" panose="020F0502020204030204" pitchFamily="34" typeface="Calibri"/>
                    <a:ea charset="0" panose="020F0502020204030204" pitchFamily="34" typeface="Calibri"/>
                    <a:cs charset="0" panose="02020603050405020304" pitchFamily="18" typeface="Times New Roman"/>
                  </a:rPr>
                  <a:t>The resultant of three vectors: </a:t>
                </a:r>
                <a14:m>
                  <m:oMath xmlns:m="http://schemas.openxmlformats.org/officeDocument/2006/math">
                    <m:sSub>
                      <m:sSubPr>
                        <m:ctrlPr>
                          <a:rPr b="1" i="1" kern="100" lang="en-US" sz="2000">
                            <a:effectLst/>
                            <a:latin charset="0" panose="02040503050406030204" pitchFamily="18" typeface="Cambria Math"/>
                            <a:ea charset="0" panose="020F0502020204030204" pitchFamily="34" typeface="Calibri"/>
                            <a:cs charset="0" panose="02020603050405020304" pitchFamily="18" typeface="Times New Roman"/>
                          </a:rPr>
                        </m:ctrlPr>
                      </m:sSubPr>
                      <m:e>
                        <m:acc>
                          <m:accPr>
                            <m:chr m:val="⃗"/>
                            <m:ctrlPr>
                              <a:rPr b="1" i="1" kern="100" lang="en-US" sz="2000">
                                <a:effectLst/>
                                <a:latin charset="0" panose="02040503050406030204" pitchFamily="18" typeface="Cambria Math"/>
                                <a:ea charset="0" panose="020F0502020204030204" pitchFamily="34" typeface="Calibri"/>
                                <a:cs charset="0" panose="02020603050405020304" pitchFamily="18" typeface="Times New Roman"/>
                              </a:rPr>
                            </m:ctrlPr>
                          </m:accPr>
                          <m:e>
                            <m:r>
                              <a:rPr b="1" i="1" kern="100" lang="en-US" sz="2000">
                                <a:effectLst/>
                                <a:latin charset="0" panose="02040503050406030204" pitchFamily="18" typeface="Cambria Math"/>
                                <a:ea charset="0" panose="020F0502020204030204" pitchFamily="34" typeface="Calibri"/>
                                <a:cs charset="0" panose="02020603050405020304" pitchFamily="18" typeface="Times New Roman"/>
                              </a:rPr>
                              <m:t>𝑽</m:t>
                            </m:r>
                          </m:e>
                        </m:acc>
                      </m:e>
                      <m:sub>
                        <m:r>
                          <a:rPr b="1" i="1" kern="100" lang="en-US" sz="2000">
                            <a:effectLst/>
                            <a:latin charset="0" panose="02040503050406030204" pitchFamily="18" typeface="Cambria Math"/>
                            <a:ea charset="0" panose="020F0502020204030204" pitchFamily="34" typeface="Calibri"/>
                            <a:cs charset="0" panose="02020603050405020304" pitchFamily="18" typeface="Times New Roman"/>
                          </a:rPr>
                          <m:t>𝑹</m:t>
                        </m:r>
                      </m:sub>
                    </m:sSub>
                    <m:r>
                      <a:rPr b="1" i="1" kern="100" lang="en-US" sz="2000">
                        <a:effectLst/>
                        <a:latin charset="0" panose="02040503050406030204" pitchFamily="18" typeface="Cambria Math"/>
                        <a:ea charset="0" panose="020F0502020204030204" pitchFamily="34" typeface="Calibri"/>
                        <a:cs charset="0" panose="02020603050405020304" pitchFamily="18" typeface="Times New Roman"/>
                      </a:rPr>
                      <m:t>=</m:t>
                    </m:r>
                    <m:sSub>
                      <m:sSubPr>
                        <m:ctrlPr>
                          <a:rPr b="1" i="1" kern="100" lang="en-US" sz="2000">
                            <a:effectLst/>
                            <a:latin charset="0" panose="02040503050406030204" pitchFamily="18" typeface="Cambria Math"/>
                            <a:ea charset="0" panose="020F0502020204030204" pitchFamily="34" typeface="Calibri"/>
                            <a:cs charset="0" panose="02020603050405020304" pitchFamily="18" typeface="Times New Roman"/>
                          </a:rPr>
                        </m:ctrlPr>
                      </m:sSubPr>
                      <m:e>
                        <m:acc>
                          <m:accPr>
                            <m:chr m:val="⃗"/>
                            <m:ctrlPr>
                              <a:rPr b="1" i="1" kern="100" lang="en-US" sz="2000">
                                <a:effectLst/>
                                <a:latin charset="0" panose="02040503050406030204" pitchFamily="18" typeface="Cambria Math"/>
                                <a:ea charset="0" panose="020F0502020204030204" pitchFamily="34" typeface="Calibri"/>
                                <a:cs charset="0" panose="02020603050405020304" pitchFamily="18" typeface="Times New Roman"/>
                              </a:rPr>
                            </m:ctrlPr>
                          </m:accPr>
                          <m:e>
                            <m:r>
                              <a:rPr b="1" i="1" kern="100" lang="en-US" sz="2000">
                                <a:effectLst/>
                                <a:latin charset="0" panose="02040503050406030204" pitchFamily="18" typeface="Cambria Math"/>
                                <a:ea charset="0" panose="020F0502020204030204" pitchFamily="34" typeface="Calibri"/>
                                <a:cs charset="0" panose="02020603050405020304" pitchFamily="18" typeface="Times New Roman"/>
                              </a:rPr>
                              <m:t>𝑽</m:t>
                            </m:r>
                          </m:e>
                        </m:acc>
                      </m:e>
                      <m:sub>
                        <m:r>
                          <a:rPr b="1" i="1" kern="100" lang="en-US" sz="2000">
                            <a:effectLst/>
                            <a:latin charset="0" panose="02040503050406030204" pitchFamily="18" typeface="Cambria Math"/>
                            <a:ea charset="0" panose="020F0502020204030204" pitchFamily="34" typeface="Calibri"/>
                            <a:cs charset="0" panose="02020603050405020304" pitchFamily="18" typeface="Times New Roman"/>
                          </a:rPr>
                          <m:t>𝟏</m:t>
                        </m:r>
                      </m:sub>
                    </m:sSub>
                    <m:sSub>
                      <m:sSubPr>
                        <m:ctrlPr>
                          <a:rPr b="1" i="1" kern="100" lang="en-US" sz="2000">
                            <a:effectLst/>
                            <a:latin charset="0" panose="02040503050406030204" pitchFamily="18" typeface="Cambria Math"/>
                            <a:ea charset="0" panose="020F0502020204030204" pitchFamily="34" typeface="Calibri"/>
                            <a:cs charset="0" panose="02020603050405020304" pitchFamily="18" typeface="Times New Roman"/>
                          </a:rPr>
                        </m:ctrlPr>
                      </m:sSubPr>
                      <m:e>
                        <m:r>
                          <a:rPr b="1" i="1" kern="100" lang="en-US" sz="2000">
                            <a:effectLst/>
                            <a:latin charset="0" panose="02040503050406030204" pitchFamily="18" typeface="Cambria Math"/>
                            <a:ea charset="0" panose="020F0502020204030204" pitchFamily="34" typeface="Calibri"/>
                            <a:cs charset="0" panose="02020603050405020304" pitchFamily="18" typeface="Times New Roman"/>
                          </a:rPr>
                          <m:t>+</m:t>
                        </m:r>
                        <m:acc>
                          <m:accPr>
                            <m:chr m:val="⃗"/>
                            <m:ctrlPr>
                              <a:rPr b="1" i="1" kern="100" lang="en-US" sz="2000">
                                <a:effectLst/>
                                <a:latin charset="0" panose="02040503050406030204" pitchFamily="18" typeface="Cambria Math"/>
                                <a:ea charset="0" panose="020F0502020204030204" pitchFamily="34" typeface="Calibri"/>
                                <a:cs charset="0" panose="02020603050405020304" pitchFamily="18" typeface="Times New Roman"/>
                              </a:rPr>
                            </m:ctrlPr>
                          </m:accPr>
                          <m:e>
                            <m:r>
                              <a:rPr b="1" i="1" kern="100" lang="en-US" sz="2000">
                                <a:effectLst/>
                                <a:latin charset="0" panose="02040503050406030204" pitchFamily="18" typeface="Cambria Math"/>
                                <a:ea charset="0" panose="020F0502020204030204" pitchFamily="34" typeface="Calibri"/>
                                <a:cs charset="0" panose="02020603050405020304" pitchFamily="18" typeface="Times New Roman"/>
                              </a:rPr>
                              <m:t>𝑽</m:t>
                            </m:r>
                          </m:e>
                        </m:acc>
                      </m:e>
                      <m:sub>
                        <m:r>
                          <a:rPr b="1" i="1" kern="100" lang="en-US" sz="2000">
                            <a:effectLst/>
                            <a:latin charset="0" panose="02040503050406030204" pitchFamily="18" typeface="Cambria Math"/>
                            <a:ea charset="0" panose="020F0502020204030204" pitchFamily="34" typeface="Calibri"/>
                            <a:cs charset="0" panose="02020603050405020304" pitchFamily="18" typeface="Times New Roman"/>
                          </a:rPr>
                          <m:t>𝟐</m:t>
                        </m:r>
                      </m:sub>
                    </m:sSub>
                    <m:r>
                      <a:rPr b="1" i="1" kern="100" lang="en-US" sz="2000">
                        <a:effectLst/>
                        <a:latin charset="0" panose="02040503050406030204" pitchFamily="18" typeface="Cambria Math"/>
                        <a:ea charset="0" panose="020F0502020204030204" pitchFamily="34" typeface="Calibri"/>
                        <a:cs charset="0" panose="02020603050405020304" pitchFamily="18" typeface="Times New Roman"/>
                      </a:rPr>
                      <m:t>+</m:t>
                    </m:r>
                    <m:sSub>
                      <m:sSubPr>
                        <m:ctrlPr>
                          <a:rPr b="1" i="1" kern="100" lang="en-US" sz="2000">
                            <a:effectLst/>
                            <a:latin charset="0" panose="02040503050406030204" pitchFamily="18" typeface="Cambria Math"/>
                            <a:ea charset="0" panose="020F0502020204030204" pitchFamily="34" typeface="Calibri"/>
                            <a:cs charset="0" panose="02020603050405020304" pitchFamily="18" typeface="Times New Roman"/>
                          </a:rPr>
                        </m:ctrlPr>
                      </m:sSubPr>
                      <m:e>
                        <m:acc>
                          <m:accPr>
                            <m:chr m:val="⃗"/>
                            <m:ctrlPr>
                              <a:rPr b="1" i="1" kern="100" lang="en-US" sz="2000">
                                <a:effectLst/>
                                <a:latin charset="0" panose="02040503050406030204" pitchFamily="18" typeface="Cambria Math"/>
                                <a:ea charset="0" panose="020F0502020204030204" pitchFamily="34" typeface="Calibri"/>
                                <a:cs charset="0" panose="02020603050405020304" pitchFamily="18" typeface="Times New Roman"/>
                              </a:rPr>
                            </m:ctrlPr>
                          </m:accPr>
                          <m:e>
                            <m:r>
                              <a:rPr b="1" i="1" kern="100" lang="en-US" sz="2000">
                                <a:effectLst/>
                                <a:latin charset="0" panose="02040503050406030204" pitchFamily="18" typeface="Cambria Math"/>
                                <a:ea charset="0" panose="020F0502020204030204" pitchFamily="34" typeface="Calibri"/>
                                <a:cs charset="0" panose="02020603050405020304" pitchFamily="18" typeface="Times New Roman"/>
                              </a:rPr>
                              <m:t>𝑽</m:t>
                            </m:r>
                          </m:e>
                        </m:acc>
                      </m:e>
                      <m:sub>
                        <m:r>
                          <a:rPr b="1" i="1" kern="100" lang="en-US" sz="2000">
                            <a:effectLst/>
                            <a:latin charset="0" panose="02040503050406030204" pitchFamily="18" typeface="Cambria Math"/>
                            <a:ea charset="0" panose="020F0502020204030204" pitchFamily="34" typeface="Calibri"/>
                            <a:cs charset="0" panose="02020603050405020304" pitchFamily="18" typeface="Times New Roman"/>
                          </a:rPr>
                          <m:t>𝟑</m:t>
                        </m:r>
                      </m:sub>
                    </m:sSub>
                  </m:oMath>
                </a14:m>
                <a:r>
                  <a:rPr dirty="0" kern="100" lang="en-US" sz="2000">
                    <a:effectLst/>
                    <a:latin charset="0" panose="020F0502020204030204" pitchFamily="34" typeface="Calibri"/>
                    <a:ea charset="0" panose="020F0502020204030204" pitchFamily="34" typeface="Calibri"/>
                    <a:cs charset="0" panose="02020603050405020304" pitchFamily="18" typeface="Times New Roman"/>
                  </a:rPr>
                  <a:t>,     </a:t>
                </a:r>
              </a:p>
              <a:p>
                <a:endParaRPr dirty="0" lang="en-US"/>
              </a:p>
            </p:txBody>
          </p:sp>
        </mc:Choice>
        <mc:Fallback>
          <p:sp>
            <p:nvSpPr>
              <p:cNvPr id="3" name="Content Placeholder 2">
                <a:extLst>
                  <a:ext uri="{FF2B5EF4-FFF2-40B4-BE49-F238E27FC236}">
                    <a16:creationId xmlns:a16="http://schemas.microsoft.com/office/drawing/2014/main" id="{76E833E5-5244-B433-EBBC-3609B6C4FC9A}"/>
                  </a:ext>
                </a:extLst>
              </p:cNvPr>
              <p:cNvSpPr>
                <a:spLocks noAdjustHandles="1" noChangeArrowheads="1" noChangeAspect="1" noChangeShapeType="1" noEditPoints="1" noGrp="1" noMove="1" noResize="1" noRot="1" noTextEdit="1"/>
              </p:cNvSpPr>
              <p:nvPr>
                <p:ph idx="1"/>
              </p:nvPr>
            </p:nvSpPr>
            <p:spPr>
              <a:xfrm>
                <a:off x="770640" y="1716832"/>
                <a:ext cx="8596668" cy="2127380"/>
              </a:xfrm>
              <a:blipFill>
                <a:blip r:embed="rId2"/>
                <a:stretch>
                  <a:fillRect l="-283"/>
                </a:stretch>
              </a:blipFill>
            </p:spPr>
            <p:txBody>
              <a:bodyPr/>
              <a:lstStyle/>
              <a:p>
                <a:r>
                  <a:rPr lang="en-US">
                    <a:noFill/>
                  </a:rPr>
                  <a:t> </a:t>
                </a:r>
              </a:p>
            </p:txBody>
          </p:sp>
        </mc:Fallback>
      </mc:AlternateContent>
      <p:pic>
        <p:nvPicPr>
          <p:cNvPr descr="Vector addition diagram showing vectors and their sum." id="4" name="Picture 3">
            <a:extLst>
              <a:ext uri="{FF2B5EF4-FFF2-40B4-BE49-F238E27FC236}">
                <a16:creationId xmlns:a16="http://schemas.microsoft.com/office/drawing/2014/main" id="{ADE202E3-4139-E6A5-0827-7B789C97C3B2}"/>
              </a:ext>
            </a:extLst>
          </p:cNvPr>
          <p:cNvPicPr>
            <a:picLocks noChangeAspect="1"/>
          </p:cNvPicPr>
          <p:nvPr/>
        </p:nvPicPr>
        <p:blipFill>
          <a:blip r:embed="rId3"/>
          <a:stretch>
            <a:fillRect/>
          </a:stretch>
        </p:blipFill>
        <p:spPr>
          <a:xfrm>
            <a:off x="1170187" y="4320074"/>
            <a:ext cx="7275059" cy="1544216"/>
          </a:xfrm>
          <a:prstGeom prst="rect">
            <a:avLst/>
          </a:prstGeom>
        </p:spPr>
      </p:pic>
    </p:spTree>
    <p:extLst>
      <p:ext uri="{BB962C8B-B14F-4D97-AF65-F5344CB8AC3E}">
        <p14:creationId xmlns:p14="http://schemas.microsoft.com/office/powerpoint/2010/main" val="1873510052"/>
      </p:ext>
    </p:extLst>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79F7A-5F9C-E22D-8549-FC6A3A110D93}"/>
              </a:ext>
            </a:extLst>
          </p:cNvPr>
          <p:cNvSpPr>
            <a:spLocks noGrp="1"/>
          </p:cNvSpPr>
          <p:nvPr>
            <p:ph type="title"/>
          </p:nvPr>
        </p:nvSpPr>
        <p:spPr>
          <a:xfrm>
            <a:off x="677334" y="609600"/>
            <a:ext cx="8596668" cy="780661"/>
          </a:xfrm>
        </p:spPr>
        <p:txBody>
          <a:bodyPr/>
          <a:lstStyle/>
          <a:p>
            <a:r>
              <a:rPr dirty="0" lang="en-US">
                <a:solidFill>
                  <a:srgbClr val="1391BC"/>
                </a:solidFill>
              </a:rPr>
              <a:t>Theory, Cont.</a:t>
            </a:r>
          </a:p>
        </p:txBody>
      </p:sp>
      <mc:AlternateContent xmlns:a14="http://schemas.microsoft.com/office/drawing/2010/main" xmlns:mc="http://schemas.openxmlformats.org/markup-compatibility/2006">
        <mc:Choice Requires="a14">
          <p:sp>
            <p:nvSpPr>
              <p:cNvPr id="3" name="Content Placeholder 2">
                <a:extLst>
                  <a:ext uri="{FF2B5EF4-FFF2-40B4-BE49-F238E27FC236}">
                    <a16:creationId xmlns:a16="http://schemas.microsoft.com/office/drawing/2014/main" id="{6AE81161-2761-0464-749D-475CEA412928}"/>
                  </a:ext>
                </a:extLst>
              </p:cNvPr>
              <p:cNvSpPr>
                <a:spLocks noGrp="1"/>
              </p:cNvSpPr>
              <p:nvPr>
                <p:ph idx="1"/>
              </p:nvPr>
            </p:nvSpPr>
            <p:spPr>
              <a:xfrm>
                <a:off x="677334" y="1511559"/>
                <a:ext cx="8596668" cy="4529803"/>
              </a:xfrm>
            </p:spPr>
            <p:txBody>
              <a:bodyPr>
                <a:normAutofit/>
              </a:bodyPr>
              <a:lstStyle/>
              <a:p>
                <a:r>
                  <a:rPr dirty="0" kern="100" lang="en-US" sz="1800">
                    <a:effectLst/>
                    <a:latin charset="0" panose="020F0502020204030204" pitchFamily="34" typeface="Calibri"/>
                    <a:ea charset="0" panose="020F0502020204030204" pitchFamily="34" typeface="Calibri"/>
                    <a:cs charset="0" panose="02020603050405020304" pitchFamily="18" typeface="Times New Roman"/>
                  </a:rPr>
                  <a:t>NEWTON’S SECOND LAW OF MOTION</a:t>
                </a:r>
              </a:p>
              <a:p>
                <a:pPr lvl="1"/>
                <a:r>
                  <a:rPr dirty="0" kern="100" lang="en-US">
                    <a:effectLst/>
                    <a:latin charset="0" panose="020F0502020204030204" pitchFamily="34" typeface="Calibri"/>
                    <a:ea charset="0" panose="020F0502020204030204" pitchFamily="34" typeface="Calibri"/>
                    <a:cs charset="0" panose="02020603050405020304" pitchFamily="18" typeface="Times New Roman"/>
                  </a:rPr>
                  <a:t>The acceleration of an object is directly proportional to the net force acting on it, and is inversely proportional to the object’s mass. The direction of the acceleration is in the direction of the net force acting on the object.</a:t>
                </a:r>
              </a:p>
              <a:p>
                <a:pPr algn="ctr" indent="0" lvl="1" marL="457200">
                  <a:buNone/>
                </a:pPr>
                <a14:m>
                  <m:oMath xmlns:m="http://schemas.openxmlformats.org/officeDocument/2006/math">
                    <m:r>
                      <a:rPr i="1" lang="en-US" smtClean="0">
                        <a:effectLst/>
                        <a:latin charset="0" panose="02040503050406030204" pitchFamily="18" typeface="Cambria Math"/>
                        <a:ea charset="0" panose="020F0502020204030204" pitchFamily="34" typeface="Calibri"/>
                        <a:cs charset="0" panose="02020603050405020304" pitchFamily="18" typeface="Times New Roman"/>
                      </a:rPr>
                      <m:t>∑</m:t>
                    </m:r>
                    <m:acc>
                      <m:accPr>
                        <m:chr m:val="⃗"/>
                        <m:ctrlPr>
                          <a:rPr i="1" lang="en-US">
                            <a:effectLst/>
                            <a:latin charset="0" panose="02040503050406030204" pitchFamily="18" typeface="Cambria Math"/>
                          </a:rPr>
                        </m:ctrlPr>
                      </m:accPr>
                      <m:e>
                        <m:r>
                          <a:rPr b="1" i="1" lang="en-US">
                            <a:effectLst/>
                            <a:latin charset="0" panose="02040503050406030204" pitchFamily="18" typeface="Cambria Math"/>
                            <a:ea charset="0" panose="020F0502020204030204" pitchFamily="34" typeface="Calibri"/>
                            <a:cs charset="0" panose="02020603050405020304" pitchFamily="18" typeface="Times New Roman"/>
                          </a:rPr>
                          <m:t>𝑭</m:t>
                        </m:r>
                      </m:e>
                    </m:acc>
                    <m:r>
                      <a:rPr i="1" lang="en-US">
                        <a:effectLst/>
                        <a:latin charset="0" panose="02040503050406030204" pitchFamily="18" typeface="Cambria Math"/>
                        <a:ea charset="0" panose="020F0502020204030204" pitchFamily="34" typeface="Calibri"/>
                        <a:cs charset="0" panose="02020603050405020304" pitchFamily="18" typeface="Times New Roman"/>
                      </a:rPr>
                      <m:t>=</m:t>
                    </m:r>
                    <m:r>
                      <a:rPr i="1" lang="en-US">
                        <a:effectLst/>
                        <a:latin charset="0" panose="02040503050406030204" pitchFamily="18" typeface="Cambria Math"/>
                        <a:ea charset="0" panose="020F0502020204030204" pitchFamily="34" typeface="Calibri"/>
                        <a:cs charset="0" panose="02020603050405020304" pitchFamily="18" typeface="Times New Roman"/>
                      </a:rPr>
                      <m:t>𝑚</m:t>
                    </m:r>
                    <m:acc>
                      <m:accPr>
                        <m:chr m:val="⃗"/>
                        <m:ctrlPr>
                          <a:rPr b="1" i="1" lang="en-US">
                            <a:effectLst/>
                            <a:latin charset="0" panose="02040503050406030204" pitchFamily="18" typeface="Cambria Math"/>
                          </a:rPr>
                        </m:ctrlPr>
                      </m:accPr>
                      <m:e>
                        <m:r>
                          <a:rPr b="1" i="1" lang="en-US">
                            <a:effectLst/>
                            <a:latin charset="0" panose="02040503050406030204" pitchFamily="18" typeface="Cambria Math"/>
                            <a:ea charset="0" panose="020F0502020204030204" pitchFamily="34" typeface="Calibri"/>
                            <a:cs charset="0" panose="02020603050405020304" pitchFamily="18" typeface="Times New Roman"/>
                          </a:rPr>
                          <m:t>𝒂</m:t>
                        </m:r>
                      </m:e>
                    </m:acc>
                    <m:r>
                      <a:rPr i="1" lang="en-US">
                        <a:effectLst/>
                        <a:latin charset="0" panose="02040503050406030204" pitchFamily="18" typeface="Cambria Math"/>
                        <a:ea charset="0" panose="020F0502020204030204" pitchFamily="34" typeface="Calibri"/>
                        <a:cs charset="0" panose="02020603050405020304" pitchFamily="18" typeface="Times New Roman"/>
                      </a:rPr>
                      <m:t>.</m:t>
                    </m:r>
                  </m:oMath>
                </a14:m>
                <a:r>
                  <a:rPr dirty="0" lang="en-US">
                    <a:effectLst/>
                    <a:latin charset="0" panose="020F0502020204030204" pitchFamily="34" typeface="Calibri"/>
                    <a:ea charset="0" panose="020F0502020204030204" pitchFamily="34" typeface="Calibri"/>
                    <a:cs charset="0" panose="02020603050405020304" pitchFamily="18" typeface="Times New Roman"/>
                  </a:rPr>
                  <a:t> </a:t>
                </a:r>
              </a:p>
              <a:p>
                <a:pPr algn="ctr" indent="0" lvl="1" marL="457200">
                  <a:buNone/>
                </a:pPr>
                <a:r>
                  <a:rPr dirty="0" kern="100" lang="en-US">
                    <a:effectLst/>
                    <a:latin charset="0" panose="020F0502020204030204" pitchFamily="34" typeface="Calibri"/>
                    <a:ea charset="0" panose="020F0502020204030204" pitchFamily="34" typeface="Calibri"/>
                    <a:cs charset="0" panose="02020603050405020304" pitchFamily="18" typeface="Times New Roman"/>
                  </a:rPr>
                  <a:t>In SI units, with the mass in kilograms, the unit of force is called the newton (N).  </a:t>
                </a:r>
              </a:p>
              <a:p>
                <a:pPr algn="ctr" indent="0" lvl="1" marL="457200">
                  <a:buNone/>
                </a:pPr>
                <a14:m>
                  <m:oMathPara xmlns:m="http://schemas.openxmlformats.org/officeDocument/2006/math">
                    <m:oMathParaPr>
                      <m:jc m:val="centerGroup"/>
                    </m:oMathParaPr>
                    <m:oMath>
                      <m:r>
                        <a:rPr i="1" kern="100" lang="en-US">
                          <a:effectLst/>
                          <a:latin charset="0" panose="02040503050406030204" pitchFamily="18" typeface="Cambria Math"/>
                          <a:ea charset="0" panose="020F0502020204030204" pitchFamily="34" typeface="Calibri"/>
                          <a:cs charset="0" panose="02020603050405020304" pitchFamily="18" typeface="Times New Roman"/>
                        </a:rPr>
                        <m:t>1 </m:t>
                      </m:r>
                      <m:r>
                        <a:rPr i="1" kern="100" lang="en-US">
                          <a:effectLst/>
                          <a:latin charset="0" panose="02040503050406030204" pitchFamily="18" typeface="Cambria Math"/>
                          <a:ea charset="0" panose="020F0502020204030204" pitchFamily="34" typeface="Calibri"/>
                          <a:cs charset="0" panose="02020603050405020304" pitchFamily="18" typeface="Times New Roman"/>
                        </a:rPr>
                        <m:t>𝑁</m:t>
                      </m:r>
                      <m:r>
                        <a:rPr i="1" kern="100" lang="en-US">
                          <a:effectLst/>
                          <a:latin charset="0" panose="02040503050406030204" pitchFamily="18" typeface="Cambria Math"/>
                          <a:ea charset="0" panose="020F0502020204030204" pitchFamily="34" typeface="Calibri"/>
                          <a:cs charset="0" panose="02020603050405020304" pitchFamily="18" typeface="Times New Roman"/>
                        </a:rPr>
                        <m:t>=1 </m:t>
                      </m:r>
                      <m:r>
                        <a:rPr i="1" kern="100" lang="en-US">
                          <a:effectLst/>
                          <a:latin charset="0" panose="02040503050406030204" pitchFamily="18" typeface="Cambria Math"/>
                          <a:ea charset="0" panose="020F0502020204030204" pitchFamily="34" typeface="Calibri"/>
                          <a:cs charset="0" panose="02020603050405020304" pitchFamily="18" typeface="Times New Roman"/>
                        </a:rPr>
                        <m:t>𝑘𝑔</m:t>
                      </m:r>
                      <m:r>
                        <a:rPr i="1" kern="100" lang="en-US">
                          <a:effectLst/>
                          <a:latin charset="0" panose="02040503050406030204" pitchFamily="18" typeface="Cambria Math"/>
                          <a:ea charset="0" panose="020F0502020204030204" pitchFamily="34" typeface="Calibri"/>
                          <a:cs charset="0" panose="02040503050406030204" pitchFamily="18" typeface="Cambria Math"/>
                        </a:rPr>
                        <m:t>⋅</m:t>
                      </m:r>
                      <m:r>
                        <a:rPr i="1" kern="100" lang="en-US">
                          <a:effectLst/>
                          <a:latin charset="0" panose="02040503050406030204" pitchFamily="18" typeface="Cambria Math"/>
                          <a:ea charset="0" panose="020F0502020204030204" pitchFamily="34" typeface="Calibri"/>
                          <a:cs charset="0" panose="02020603050405020304" pitchFamily="18" typeface="Times New Roman"/>
                        </a:rPr>
                        <m:t>𝑚</m:t>
                      </m:r>
                      <m:r>
                        <a:rPr i="1" kern="100" lang="en-US">
                          <a:effectLst/>
                          <a:latin charset="0" panose="02040503050406030204" pitchFamily="18" typeface="Cambria Math"/>
                          <a:ea charset="0" panose="020F0502020204030204" pitchFamily="34" typeface="Calibri"/>
                          <a:cs charset="0" panose="02020603050405020304" pitchFamily="18" typeface="Times New Roman"/>
                        </a:rPr>
                        <m:t>/</m:t>
                      </m:r>
                      <m:sSup>
                        <m:sSupPr>
                          <m:ctrlPr>
                            <a:rPr i="1" kern="100" lang="en-US">
                              <a:effectLst/>
                              <a:latin charset="0" panose="02040503050406030204" pitchFamily="18" typeface="Cambria Math"/>
                              <a:ea charset="0" panose="020F0502020204030204" pitchFamily="34" typeface="Calibri"/>
                              <a:cs charset="0" panose="02020603050405020304" pitchFamily="18" typeface="Times New Roman"/>
                            </a:rPr>
                          </m:ctrlPr>
                        </m:sSupPr>
                        <m:e>
                          <m:r>
                            <a:rPr i="1" kern="100" lang="en-US">
                              <a:effectLst/>
                              <a:latin charset="0" panose="02040503050406030204" pitchFamily="18" typeface="Cambria Math"/>
                              <a:ea charset="0" panose="020F0502020204030204" pitchFamily="34" typeface="Calibri"/>
                              <a:cs charset="0" panose="02020603050405020304" pitchFamily="18" typeface="Times New Roman"/>
                            </a:rPr>
                            <m:t>𝑠</m:t>
                          </m:r>
                        </m:e>
                        <m:sup>
                          <m:r>
                            <a:rPr i="1" kern="100" lang="en-US">
                              <a:effectLst/>
                              <a:latin charset="0" panose="02040503050406030204" pitchFamily="18" typeface="Cambria Math"/>
                              <a:ea charset="0" panose="020F0502020204030204" pitchFamily="34" typeface="Calibri"/>
                              <a:cs charset="0" panose="02020603050405020304" pitchFamily="18" typeface="Times New Roman"/>
                            </a:rPr>
                            <m:t>2</m:t>
                          </m:r>
                        </m:sup>
                      </m:sSup>
                      <m:r>
                        <a:rPr i="1" kern="100" lang="en-US">
                          <a:effectLst/>
                          <a:latin charset="0" panose="02040503050406030204" pitchFamily="18" typeface="Cambria Math"/>
                          <a:ea charset="0" panose="020F0502020204030204" pitchFamily="34" typeface="Calibri"/>
                          <a:cs charset="0" panose="02020603050405020304" pitchFamily="18" typeface="Times New Roman"/>
                        </a:rPr>
                        <m:t>.</m:t>
                      </m:r>
                    </m:oMath>
                  </m:oMathPara>
                </a14:m>
                <a:endParaRPr dirty="0" kern="100" lang="en-US">
                  <a:effectLst/>
                  <a:latin charset="0" panose="020F0502020204030204" pitchFamily="34" typeface="Calibri"/>
                  <a:ea charset="0" panose="020F0502020204030204" pitchFamily="34" typeface="Calibri"/>
                  <a:cs charset="0" panose="02020603050405020304" pitchFamily="18" typeface="Times New Roman"/>
                </a:endParaRPr>
              </a:p>
              <a:p>
                <a:pPr indent="0" lvl="1" marL="457200">
                  <a:buNone/>
                </a:pPr>
                <a:endParaRPr dirty="0" kern="100" lang="en-US">
                  <a:effectLst/>
                  <a:latin charset="0" panose="020F0502020204030204" pitchFamily="34" typeface="Calibri"/>
                  <a:ea charset="0" panose="020F0502020204030204" pitchFamily="34" typeface="Calibri"/>
                  <a:cs charset="0" panose="02020603050405020304" pitchFamily="18" typeface="Times New Roman"/>
                </a:endParaRPr>
              </a:p>
              <a:p>
                <a:pPr marL="0" marR="0">
                  <a:lnSpc>
                    <a:spcPct val="107000"/>
                  </a:lnSpc>
                  <a:spcBef>
                    <a:spcPts val="0"/>
                  </a:spcBef>
                  <a:spcAft>
                    <a:spcPts val="800"/>
                  </a:spcAft>
                </a:pPr>
                <a:r>
                  <a:rPr dirty="0" kern="100" lang="en-US" sz="1600">
                    <a:effectLst/>
                    <a:latin charset="0" panose="020F0502020204030204" pitchFamily="34" typeface="Calibri"/>
                    <a:ea charset="0" panose="020F0502020204030204" pitchFamily="34" typeface="Calibri"/>
                    <a:cs charset="0" panose="02020603050405020304" pitchFamily="18" typeface="Times New Roman"/>
                  </a:rPr>
                  <a:t>Thus, the gravitational force on an object, </a:t>
                </a:r>
                <a14:m>
                  <m:oMath xmlns:m="http://schemas.openxmlformats.org/officeDocument/2006/math">
                    <m:sSub>
                      <m:sSubPr>
                        <m:ctrlPr>
                          <a:rPr i="1" kern="100" lang="en-US" sz="1600">
                            <a:effectLst/>
                            <a:latin charset="0" panose="02040503050406030204" pitchFamily="18" typeface="Cambria Math"/>
                            <a:ea charset="0" panose="020F0502020204030204" pitchFamily="34" typeface="Calibri"/>
                            <a:cs charset="0" panose="02020603050405020304" pitchFamily="18" typeface="Times New Roman"/>
                          </a:rPr>
                        </m:ctrlPr>
                      </m:sSubPr>
                      <m:e>
                        <m:r>
                          <a:rPr i="1" kern="100" lang="en-US" sz="1600">
                            <a:effectLst/>
                            <a:latin charset="0" panose="02040503050406030204" pitchFamily="18" typeface="Cambria Math"/>
                            <a:ea charset="0" panose="020F0502020204030204" pitchFamily="34" typeface="Calibri"/>
                            <a:cs charset="0" panose="02020603050405020304" pitchFamily="18" typeface="Times New Roman"/>
                          </a:rPr>
                          <m:t> </m:t>
                        </m:r>
                        <m:acc>
                          <m:accPr>
                            <m:chr m:val="⃗"/>
                            <m:ctrlPr>
                              <a:rPr i="1" kern="100" lang="en-US" sz="1600">
                                <a:effectLst/>
                                <a:latin charset="0" panose="02040503050406030204" pitchFamily="18" typeface="Cambria Math"/>
                                <a:ea charset="0" panose="020F0502020204030204" pitchFamily="34" typeface="Calibri"/>
                                <a:cs charset="0" panose="02020603050405020304" pitchFamily="18" typeface="Times New Roman"/>
                              </a:rPr>
                            </m:ctrlPr>
                          </m:accPr>
                          <m:e>
                            <m:r>
                              <a:rPr b="1" i="1" kern="100" lang="en-US" sz="1600">
                                <a:effectLst/>
                                <a:latin charset="0" panose="02040503050406030204" pitchFamily="18" typeface="Cambria Math"/>
                                <a:ea charset="0" panose="020F0502020204030204" pitchFamily="34" typeface="Calibri"/>
                                <a:cs charset="0" panose="02020603050405020304" pitchFamily="18" typeface="Times New Roman"/>
                              </a:rPr>
                              <m:t>𝑭</m:t>
                            </m:r>
                          </m:e>
                        </m:acc>
                      </m:e>
                      <m:sub>
                        <m:r>
                          <a:rPr i="1" kern="100" lang="en-US" sz="1600">
                            <a:effectLst/>
                            <a:latin charset="0" panose="02040503050406030204" pitchFamily="18" typeface="Cambria Math"/>
                            <a:ea charset="0" panose="020F0502020204030204" pitchFamily="34" typeface="Calibri"/>
                            <a:cs charset="0" panose="02020603050405020304" pitchFamily="18" typeface="Times New Roman"/>
                          </a:rPr>
                          <m:t>𝐺</m:t>
                        </m:r>
                      </m:sub>
                    </m:sSub>
                  </m:oMath>
                </a14:m>
                <a:r>
                  <a:rPr dirty="0" kern="100" lang="en-US" sz="1600">
                    <a:effectLst/>
                    <a:latin charset="0" panose="020F0502020204030204" pitchFamily="34" typeface="Calibri"/>
                    <a:ea charset="0" panose="020F0502020204030204" pitchFamily="34" typeface="Calibri"/>
                    <a:cs charset="0" panose="02020603050405020304" pitchFamily="18" typeface="Times New Roman"/>
                  </a:rPr>
                  <a:t>, can be written as</a:t>
                </a:r>
              </a:p>
              <a:p>
                <a:pPr algn="ctr" indent="0" marL="0" marR="0">
                  <a:lnSpc>
                    <a:spcPct val="107000"/>
                  </a:lnSpc>
                  <a:spcBef>
                    <a:spcPts val="0"/>
                  </a:spcBef>
                  <a:spcAft>
                    <a:spcPts val="800"/>
                  </a:spcAft>
                  <a:buNone/>
                </a:pPr>
                <a14:m>
                  <m:oMath xmlns:m="http://schemas.openxmlformats.org/officeDocument/2006/math">
                    <m:sSub>
                      <m:sSubPr>
                        <m:ctrlPr>
                          <a:rPr i="1" kern="100" lang="en-US" sz="1600">
                            <a:effectLst/>
                            <a:latin charset="0" panose="02040503050406030204" pitchFamily="18" typeface="Cambria Math"/>
                            <a:ea charset="0" panose="020F0502020204030204" pitchFamily="34" typeface="Calibri"/>
                            <a:cs charset="0" panose="02020603050405020304" pitchFamily="18" typeface="Times New Roman"/>
                          </a:rPr>
                        </m:ctrlPr>
                      </m:sSubPr>
                      <m:e>
                        <m:r>
                          <a:rPr i="1" kern="100" lang="en-US" sz="1600">
                            <a:effectLst/>
                            <a:latin charset="0" panose="02040503050406030204" pitchFamily="18" typeface="Cambria Math"/>
                            <a:ea charset="0" panose="020F0502020204030204" pitchFamily="34" typeface="Calibri"/>
                            <a:cs charset="0" panose="02020603050405020304" pitchFamily="18" typeface="Times New Roman"/>
                          </a:rPr>
                          <m:t> </m:t>
                        </m:r>
                        <m:acc>
                          <m:accPr>
                            <m:chr m:val="⃗"/>
                            <m:ctrlPr>
                              <a:rPr i="1" kern="100" lang="en-US" sz="1600">
                                <a:effectLst/>
                                <a:latin charset="0" panose="02040503050406030204" pitchFamily="18" typeface="Cambria Math"/>
                                <a:ea charset="0" panose="020F0502020204030204" pitchFamily="34" typeface="Calibri"/>
                                <a:cs charset="0" panose="02020603050405020304" pitchFamily="18" typeface="Times New Roman"/>
                              </a:rPr>
                            </m:ctrlPr>
                          </m:accPr>
                          <m:e>
                            <m:r>
                              <a:rPr b="1" i="1" kern="100" lang="en-US" sz="1600">
                                <a:effectLst/>
                                <a:latin charset="0" panose="02040503050406030204" pitchFamily="18" typeface="Cambria Math"/>
                                <a:ea charset="0" panose="020F0502020204030204" pitchFamily="34" typeface="Calibri"/>
                                <a:cs charset="0" panose="02020603050405020304" pitchFamily="18" typeface="Times New Roman"/>
                              </a:rPr>
                              <m:t>𝑭</m:t>
                            </m:r>
                          </m:e>
                        </m:acc>
                      </m:e>
                      <m:sub>
                        <m:r>
                          <a:rPr i="1" kern="100" lang="en-US" sz="1600">
                            <a:effectLst/>
                            <a:latin charset="0" panose="02040503050406030204" pitchFamily="18" typeface="Cambria Math"/>
                            <a:ea charset="0" panose="020F0502020204030204" pitchFamily="34" typeface="Calibri"/>
                            <a:cs charset="0" panose="02020603050405020304" pitchFamily="18" typeface="Times New Roman"/>
                          </a:rPr>
                          <m:t>𝐺</m:t>
                        </m:r>
                      </m:sub>
                    </m:sSub>
                    <m:r>
                      <a:rPr i="1" kern="100" lang="en-US" sz="1600">
                        <a:effectLst/>
                        <a:latin charset="0" panose="02040503050406030204" pitchFamily="18" typeface="Cambria Math"/>
                        <a:ea charset="0" panose="020F0502020204030204" pitchFamily="34" typeface="Calibri"/>
                        <a:cs charset="0" panose="02020603050405020304" pitchFamily="18" typeface="Times New Roman"/>
                      </a:rPr>
                      <m:t>=</m:t>
                    </m:r>
                    <m:r>
                      <a:rPr i="1" kern="100" lang="en-US" sz="1600">
                        <a:effectLst/>
                        <a:latin charset="0" panose="02040503050406030204" pitchFamily="18" typeface="Cambria Math"/>
                        <a:ea charset="0" panose="020F0502020204030204" pitchFamily="34" typeface="Calibri"/>
                        <a:cs charset="0" panose="02020603050405020304" pitchFamily="18" typeface="Times New Roman"/>
                      </a:rPr>
                      <m:t>𝑚</m:t>
                    </m:r>
                    <m:acc>
                      <m:accPr>
                        <m:chr m:val="⃗"/>
                        <m:ctrlPr>
                          <a:rPr b="1" i="1" kern="100" lang="en-US" sz="1600">
                            <a:effectLst/>
                            <a:latin charset="0" panose="02040503050406030204" pitchFamily="18" typeface="Cambria Math"/>
                            <a:ea charset="0" panose="020F0502020204030204" pitchFamily="34" typeface="Calibri"/>
                            <a:cs charset="0" panose="02020603050405020304" pitchFamily="18" typeface="Times New Roman"/>
                          </a:rPr>
                        </m:ctrlPr>
                      </m:accPr>
                      <m:e>
                        <m:r>
                          <a:rPr b="1" i="1" kern="100" lang="en-US" sz="1600">
                            <a:effectLst/>
                            <a:latin charset="0" panose="02040503050406030204" pitchFamily="18" typeface="Cambria Math"/>
                            <a:ea charset="0" panose="020F0502020204030204" pitchFamily="34" typeface="Calibri"/>
                            <a:cs charset="0" panose="02020603050405020304" pitchFamily="18" typeface="Times New Roman"/>
                          </a:rPr>
                          <m:t>𝒈</m:t>
                        </m:r>
                      </m:e>
                    </m:acc>
                  </m:oMath>
                </a14:m>
                <a:r>
                  <a:rPr dirty="0" kern="100" lang="en-US" sz="1600">
                    <a:effectLst/>
                    <a:latin charset="0" panose="020F0502020204030204" pitchFamily="34" typeface="Calibri"/>
                    <a:ea charset="0" panose="020F0502020204030204" pitchFamily="34" typeface="Calibri"/>
                    <a:cs charset="0" panose="02020603050405020304" pitchFamily="18" typeface="Times New Roman"/>
                  </a:rPr>
                  <a:t>	 </a:t>
                </a:r>
              </a:p>
              <a:p>
                <a:pPr algn="ctr" indent="0" marL="0" marR="0">
                  <a:lnSpc>
                    <a:spcPct val="107000"/>
                  </a:lnSpc>
                  <a:spcBef>
                    <a:spcPts val="0"/>
                  </a:spcBef>
                  <a:spcAft>
                    <a:spcPts val="800"/>
                  </a:spcAft>
                  <a:buNone/>
                </a:pPr>
                <a:r>
                  <a:rPr dirty="0" lang="en-US" sz="1600">
                    <a:effectLst/>
                    <a:latin charset="0" panose="020F0502020204030204" pitchFamily="34" typeface="Calibri"/>
                    <a:ea charset="0" panose="020F0502020204030204" pitchFamily="34" typeface="Calibri"/>
                    <a:cs charset="0" panose="02020603050405020304" pitchFamily="18" typeface="Times New Roman"/>
                  </a:rPr>
                  <a:t>In SI units,</a:t>
                </a:r>
                <a14:m>
                  <m:oMath xmlns:m="http://schemas.openxmlformats.org/officeDocument/2006/math">
                    <m:r>
                      <a:rPr i="1" lang="en-US" sz="1600">
                        <a:effectLst/>
                        <a:latin charset="0" panose="02040503050406030204" pitchFamily="18" typeface="Cambria Math"/>
                        <a:ea charset="0" panose="020F0502020204030204" pitchFamily="34" typeface="Calibri"/>
                        <a:cs charset="0" panose="02020603050405020304" pitchFamily="18" typeface="Times New Roman"/>
                      </a:rPr>
                      <m:t> </m:t>
                    </m:r>
                    <m:r>
                      <a:rPr b="0" i="1" lang="en-US" smtClean="0" sz="1600">
                        <a:effectLst/>
                        <a:latin charset="0" panose="02040503050406030204" pitchFamily="18" typeface="Cambria Math"/>
                        <a:ea charset="0" panose="020F0502020204030204" pitchFamily="34" typeface="Calibri"/>
                        <a:cs charset="0" panose="02020603050405020304" pitchFamily="18" typeface="Times New Roman"/>
                      </a:rPr>
                      <m:t>  </m:t>
                    </m:r>
                    <m:r>
                      <a:rPr i="1" lang="en-US" sz="1600">
                        <a:effectLst/>
                        <a:latin charset="0" panose="02040503050406030204" pitchFamily="18" typeface="Cambria Math"/>
                        <a:ea charset="0" panose="020F0502020204030204" pitchFamily="34" typeface="Calibri"/>
                        <a:cs charset="0" panose="02020603050405020304" pitchFamily="18" typeface="Times New Roman"/>
                      </a:rPr>
                      <m:t>𝑔</m:t>
                    </m:r>
                    <m:r>
                      <a:rPr i="1" lang="en-US" sz="1600">
                        <a:effectLst/>
                        <a:latin charset="0" panose="02040503050406030204" pitchFamily="18" typeface="Cambria Math"/>
                        <a:ea charset="0" panose="020F0502020204030204" pitchFamily="34" typeface="Calibri"/>
                        <a:cs charset="0" panose="02020603050405020304" pitchFamily="18" typeface="Times New Roman"/>
                      </a:rPr>
                      <m:t>=9.80 </m:t>
                    </m:r>
                    <m:r>
                      <a:rPr i="1" lang="en-US" sz="1600">
                        <a:effectLst/>
                        <a:latin charset="0" panose="02040503050406030204" pitchFamily="18" typeface="Cambria Math"/>
                        <a:ea charset="0" panose="020F0502020204030204" pitchFamily="34" typeface="Calibri"/>
                        <a:cs charset="0" panose="02020603050405020304" pitchFamily="18" typeface="Times New Roman"/>
                      </a:rPr>
                      <m:t>𝑚</m:t>
                    </m:r>
                    <m:r>
                      <a:rPr i="1" lang="en-US" sz="1600">
                        <a:effectLst/>
                        <a:latin charset="0" panose="02040503050406030204" pitchFamily="18" typeface="Cambria Math"/>
                        <a:ea charset="0" panose="020F0502020204030204" pitchFamily="34" typeface="Calibri"/>
                        <a:cs charset="0" panose="02020603050405020304" pitchFamily="18" typeface="Times New Roman"/>
                      </a:rPr>
                      <m:t>/</m:t>
                    </m:r>
                    <m:sSup>
                      <m:sSupPr>
                        <m:ctrlPr>
                          <a:rPr i="1" lang="en-US" sz="1600">
                            <a:effectLst/>
                            <a:latin charset="0" panose="02040503050406030204" pitchFamily="18" typeface="Cambria Math"/>
                            <a:ea charset="0" panose="02020603050405020304" pitchFamily="18" typeface="Times New Roman"/>
                          </a:rPr>
                        </m:ctrlPr>
                      </m:sSupPr>
                      <m:e>
                        <m:r>
                          <a:rPr i="1" lang="en-US" sz="1600">
                            <a:effectLst/>
                            <a:latin charset="0" panose="02040503050406030204" pitchFamily="18" typeface="Cambria Math"/>
                            <a:ea charset="0" panose="02020603050405020304" pitchFamily="18" typeface="Times New Roman"/>
                            <a:cs charset="0" panose="02020603050405020304" pitchFamily="18" typeface="Times New Roman"/>
                          </a:rPr>
                          <m:t>𝑠</m:t>
                        </m:r>
                      </m:e>
                      <m:sup>
                        <m:r>
                          <a:rPr i="1" lang="en-US" sz="1600">
                            <a:effectLst/>
                            <a:latin charset="0" panose="02040503050406030204" pitchFamily="18" typeface="Cambria Math"/>
                            <a:ea charset="0" panose="02020603050405020304" pitchFamily="18" typeface="Times New Roman"/>
                            <a:cs charset="0" panose="02020603050405020304" pitchFamily="18" typeface="Times New Roman"/>
                          </a:rPr>
                          <m:t>2</m:t>
                        </m:r>
                      </m:sup>
                    </m:sSup>
                  </m:oMath>
                </a14:m>
                <a:endParaRPr dirty="0" kern="100" lang="en-US" sz="1600">
                  <a:effectLst/>
                  <a:latin charset="0" panose="020F0502020204030204" pitchFamily="34" typeface="Calibri"/>
                  <a:ea charset="0" panose="020F0502020204030204" pitchFamily="34" typeface="Calibri"/>
                  <a:cs charset="0" panose="02020603050405020304" pitchFamily="18" typeface="Times New Roman"/>
                </a:endParaRPr>
              </a:p>
              <a:p>
                <a:r>
                  <a:rPr dirty="0" lang="en-US" sz="1600"/>
                  <a:t>Vector</a:t>
                </a:r>
              </a:p>
              <a:p>
                <a:pPr indent="0" marL="0">
                  <a:buNone/>
                </a:pPr>
                <a14:m>
                  <m:oMathPara xmlns:m="http://schemas.openxmlformats.org/officeDocument/2006/math">
                    <m:oMathParaPr>
                      <m:jc m:val="centerGroup"/>
                    </m:oMathParaPr>
                    <m:oMath>
                      <m:acc>
                        <m:accPr>
                          <m:chr m:val="⃗"/>
                          <m:ctrlPr>
                            <a:rPr i="1" kern="100" lang="en-US" smtClean="0" sz="1600">
                              <a:effectLst/>
                              <a:latin charset="0" panose="02040503050406030204" pitchFamily="18" typeface="Cambria Math"/>
                              <a:ea charset="0" panose="020F0502020204030204" pitchFamily="34" typeface="Calibri"/>
                              <a:cs charset="0" panose="02020603050405020304" pitchFamily="18" typeface="Times New Roman"/>
                            </a:rPr>
                          </m:ctrlPr>
                        </m:accPr>
                        <m:e>
                          <m:r>
                            <a:rPr b="1" i="1" kern="100" lang="en-US" sz="1600">
                              <a:effectLst/>
                              <a:latin charset="0" panose="02040503050406030204" pitchFamily="18" typeface="Cambria Math"/>
                              <a:ea charset="0" panose="020F0502020204030204" pitchFamily="34" typeface="Calibri"/>
                              <a:cs charset="0" panose="02020603050405020304" pitchFamily="18" typeface="Times New Roman"/>
                            </a:rPr>
                            <m:t>𝑭</m:t>
                          </m:r>
                        </m:e>
                      </m:acc>
                      <m:r>
                        <a:rPr i="1" kern="100" lang="en-US" sz="1600">
                          <a:effectLst/>
                          <a:latin charset="0" panose="02040503050406030204" pitchFamily="18" typeface="Cambria Math"/>
                          <a:ea charset="0" panose="020F0502020204030204" pitchFamily="34" typeface="Calibri"/>
                          <a:cs charset="0" panose="02020603050405020304" pitchFamily="18" typeface="Times New Roman"/>
                        </a:rPr>
                        <m:t>=</m:t>
                      </m:r>
                      <m:sSub>
                        <m:sSubPr>
                          <m:ctrlPr>
                            <a:rPr i="1" kern="100" lang="en-US" sz="1600">
                              <a:effectLst/>
                              <a:latin charset="0" panose="02040503050406030204" pitchFamily="18" typeface="Cambria Math"/>
                              <a:ea charset="0" panose="020F0502020204030204" pitchFamily="34" typeface="Calibri"/>
                              <a:cs charset="0" panose="02020603050405020304" pitchFamily="18" typeface="Times New Roman"/>
                            </a:rPr>
                          </m:ctrlPr>
                        </m:sSubPr>
                        <m:e>
                          <m:r>
                            <a:rPr i="1" kern="100" lang="en-US" sz="1600">
                              <a:effectLst/>
                              <a:latin charset="0" panose="02040503050406030204" pitchFamily="18" typeface="Cambria Math"/>
                              <a:ea charset="0" panose="020F0502020204030204" pitchFamily="34" typeface="Calibri"/>
                              <a:cs charset="0" panose="02020603050405020304" pitchFamily="18" typeface="Times New Roman"/>
                            </a:rPr>
                            <m:t>𝐹</m:t>
                          </m:r>
                        </m:e>
                        <m:sub>
                          <m:r>
                            <a:rPr i="1" kern="100" lang="en-US" sz="1600">
                              <a:effectLst/>
                              <a:latin charset="0" panose="02040503050406030204" pitchFamily="18" typeface="Cambria Math"/>
                              <a:ea charset="0" panose="020F0502020204030204" pitchFamily="34" typeface="Calibri"/>
                              <a:cs charset="0" panose="02020603050405020304" pitchFamily="18" typeface="Times New Roman"/>
                            </a:rPr>
                            <m:t>𝑥</m:t>
                          </m:r>
                        </m:sub>
                      </m:sSub>
                      <m:acc>
                        <m:accPr>
                          <m:chr m:val="̂"/>
                          <m:ctrlPr>
                            <a:rPr b="1" i="1" kern="100" lang="en-US" sz="1600">
                              <a:effectLst/>
                              <a:latin charset="0" panose="02040503050406030204" pitchFamily="18" typeface="Cambria Math"/>
                              <a:ea charset="0" panose="020F0502020204030204" pitchFamily="34" typeface="Calibri"/>
                              <a:cs charset="0" panose="02020603050405020304" pitchFamily="18" typeface="Times New Roman"/>
                            </a:rPr>
                          </m:ctrlPr>
                        </m:accPr>
                        <m:e>
                          <m:r>
                            <a:rPr b="1" i="1" kern="100" lang="en-US" sz="1600">
                              <a:effectLst/>
                              <a:latin charset="0" panose="02040503050406030204" pitchFamily="18" typeface="Cambria Math"/>
                              <a:ea charset="0" panose="020F0502020204030204" pitchFamily="34" typeface="Calibri"/>
                              <a:cs charset="0" panose="02020603050405020304" pitchFamily="18" typeface="Times New Roman"/>
                            </a:rPr>
                            <m:t>𝒊</m:t>
                          </m:r>
                        </m:e>
                      </m:acc>
                      <m:r>
                        <a:rPr i="1" kern="100" lang="en-US" sz="1600">
                          <a:effectLst/>
                          <a:latin charset="0" panose="02040503050406030204" pitchFamily="18" typeface="Cambria Math"/>
                          <a:ea charset="0" panose="020F0502020204030204" pitchFamily="34" typeface="Calibri"/>
                          <a:cs charset="0" panose="02020603050405020304" pitchFamily="18" typeface="Times New Roman"/>
                        </a:rPr>
                        <m:t>+</m:t>
                      </m:r>
                      <m:sSub>
                        <m:sSubPr>
                          <m:ctrlPr>
                            <a:rPr i="1" kern="100" lang="en-US" sz="1600">
                              <a:effectLst/>
                              <a:latin charset="0" panose="02040503050406030204" pitchFamily="18" typeface="Cambria Math"/>
                              <a:ea charset="0" panose="020F0502020204030204" pitchFamily="34" typeface="Calibri"/>
                              <a:cs charset="0" panose="02020603050405020304" pitchFamily="18" typeface="Times New Roman"/>
                            </a:rPr>
                          </m:ctrlPr>
                        </m:sSubPr>
                        <m:e>
                          <m:r>
                            <a:rPr i="1" kern="100" lang="en-US" sz="1600">
                              <a:effectLst/>
                              <a:latin charset="0" panose="02040503050406030204" pitchFamily="18" typeface="Cambria Math"/>
                              <a:ea charset="0" panose="020F0502020204030204" pitchFamily="34" typeface="Calibri"/>
                              <a:cs charset="0" panose="02020603050405020304" pitchFamily="18" typeface="Times New Roman"/>
                            </a:rPr>
                            <m:t>𝐹</m:t>
                          </m:r>
                        </m:e>
                        <m:sub>
                          <m:r>
                            <a:rPr i="1" kern="100" lang="en-US" sz="1600">
                              <a:effectLst/>
                              <a:latin charset="0" panose="02040503050406030204" pitchFamily="18" typeface="Cambria Math"/>
                              <a:ea charset="0" panose="020F0502020204030204" pitchFamily="34" typeface="Calibri"/>
                              <a:cs charset="0" panose="02020603050405020304" pitchFamily="18" typeface="Times New Roman"/>
                            </a:rPr>
                            <m:t>𝑦</m:t>
                          </m:r>
                        </m:sub>
                      </m:sSub>
                      <m:acc>
                        <m:accPr>
                          <m:chr m:val="̂"/>
                          <m:ctrlPr>
                            <a:rPr b="1" i="1" kern="100" lang="en-US" sz="1600">
                              <a:effectLst/>
                              <a:latin charset="0" panose="02040503050406030204" pitchFamily="18" typeface="Cambria Math"/>
                              <a:ea charset="0" panose="020F0502020204030204" pitchFamily="34" typeface="Calibri"/>
                              <a:cs charset="0" panose="02020603050405020304" pitchFamily="18" typeface="Times New Roman"/>
                            </a:rPr>
                          </m:ctrlPr>
                        </m:accPr>
                        <m:e>
                          <m:r>
                            <a:rPr b="1" i="1" kern="100" lang="en-US" sz="1600">
                              <a:effectLst/>
                              <a:latin charset="0" panose="02040503050406030204" pitchFamily="18" typeface="Cambria Math"/>
                              <a:ea charset="0" panose="020F0502020204030204" pitchFamily="34" typeface="Calibri"/>
                              <a:cs charset="0" panose="02020603050405020304" pitchFamily="18" typeface="Times New Roman"/>
                            </a:rPr>
                            <m:t>𝒋</m:t>
                          </m:r>
                        </m:e>
                      </m:acc>
                      <m:r>
                        <a:rPr i="1" kern="100" lang="en-US" sz="1600">
                          <a:effectLst/>
                          <a:latin charset="0" panose="02040503050406030204" pitchFamily="18" typeface="Cambria Math"/>
                          <a:ea charset="0" panose="020F0502020204030204" pitchFamily="34" typeface="Calibri"/>
                          <a:cs charset="0" panose="02020603050405020304" pitchFamily="18" typeface="Times New Roman"/>
                        </a:rPr>
                        <m:t>+</m:t>
                      </m:r>
                      <m:sSub>
                        <m:sSubPr>
                          <m:ctrlPr>
                            <a:rPr i="1" kern="100" lang="en-US" sz="1600">
                              <a:effectLst/>
                              <a:latin charset="0" panose="02040503050406030204" pitchFamily="18" typeface="Cambria Math"/>
                              <a:ea charset="0" panose="020F0502020204030204" pitchFamily="34" typeface="Calibri"/>
                              <a:cs charset="0" panose="02020603050405020304" pitchFamily="18" typeface="Times New Roman"/>
                            </a:rPr>
                          </m:ctrlPr>
                        </m:sSubPr>
                        <m:e>
                          <m:r>
                            <a:rPr i="1" kern="100" lang="en-US" sz="1600">
                              <a:effectLst/>
                              <a:latin charset="0" panose="02040503050406030204" pitchFamily="18" typeface="Cambria Math"/>
                              <a:ea charset="0" panose="020F0502020204030204" pitchFamily="34" typeface="Calibri"/>
                              <a:cs charset="0" panose="02020603050405020304" pitchFamily="18" typeface="Times New Roman"/>
                            </a:rPr>
                            <m:t>𝐹</m:t>
                          </m:r>
                        </m:e>
                        <m:sub>
                          <m:r>
                            <a:rPr i="1" kern="100" lang="en-US" sz="1600">
                              <a:effectLst/>
                              <a:latin charset="0" panose="02040503050406030204" pitchFamily="18" typeface="Cambria Math"/>
                              <a:ea charset="0" panose="020F0502020204030204" pitchFamily="34" typeface="Calibri"/>
                              <a:cs charset="0" panose="02020603050405020304" pitchFamily="18" typeface="Times New Roman"/>
                            </a:rPr>
                            <m:t>𝑧</m:t>
                          </m:r>
                        </m:sub>
                      </m:sSub>
                      <m:acc>
                        <m:accPr>
                          <m:chr m:val="̂"/>
                          <m:ctrlPr>
                            <a:rPr b="1" i="1" kern="100" lang="en-US" sz="1600">
                              <a:effectLst/>
                              <a:latin charset="0" panose="02040503050406030204" pitchFamily="18" typeface="Cambria Math"/>
                              <a:ea charset="0" panose="020F0502020204030204" pitchFamily="34" typeface="Calibri"/>
                              <a:cs charset="0" panose="02020603050405020304" pitchFamily="18" typeface="Times New Roman"/>
                            </a:rPr>
                          </m:ctrlPr>
                        </m:accPr>
                        <m:e>
                          <m:r>
                            <a:rPr b="1" i="1" kern="100" lang="en-US" sz="1600">
                              <a:effectLst/>
                              <a:latin charset="0" panose="02040503050406030204" pitchFamily="18" typeface="Cambria Math"/>
                              <a:ea charset="0" panose="020F0502020204030204" pitchFamily="34" typeface="Calibri"/>
                              <a:cs charset="0" panose="02020603050405020304" pitchFamily="18" typeface="Times New Roman"/>
                            </a:rPr>
                            <m:t>𝒌</m:t>
                          </m:r>
                        </m:e>
                      </m:acc>
                      <m:r>
                        <a:rPr i="1" kern="100" lang="en-US" sz="1600">
                          <a:effectLst/>
                          <a:latin charset="0" panose="02040503050406030204" pitchFamily="18" typeface="Cambria Math"/>
                          <a:ea charset="0" panose="020F0502020204030204" pitchFamily="34" typeface="Calibri"/>
                          <a:cs charset="0" panose="02020603050405020304" pitchFamily="18" typeface="Times New Roman"/>
                        </a:rPr>
                        <m:t>.</m:t>
                      </m:r>
                    </m:oMath>
                  </m:oMathPara>
                </a14:m>
                <a:endParaRPr dirty="0" kern="100" lang="en-US" sz="1600">
                  <a:effectLst/>
                  <a:latin charset="0" panose="020F0502020204030204" pitchFamily="34" typeface="Calibri"/>
                  <a:ea charset="0" panose="020F0502020204030204" pitchFamily="34" typeface="Calibri"/>
                  <a:cs charset="0" panose="02020603050405020304" pitchFamily="18" typeface="Times New Roman"/>
                </a:endParaRPr>
              </a:p>
              <a:p>
                <a:endParaRPr dirty="0" lang="en-US"/>
              </a:p>
            </p:txBody>
          </p:sp>
        </mc:Choice>
        <mc:Fallback>
          <p:sp>
            <p:nvSpPr>
              <p:cNvPr id="3" name="Content Placeholder 2">
                <a:extLst>
                  <a:ext uri="{FF2B5EF4-FFF2-40B4-BE49-F238E27FC236}">
                    <a16:creationId xmlns:a16="http://schemas.microsoft.com/office/drawing/2014/main" id="{6AE81161-2761-0464-749D-475CEA412928}"/>
                  </a:ext>
                </a:extLst>
              </p:cNvPr>
              <p:cNvSpPr>
                <a:spLocks noAdjustHandles="1" noChangeArrowheads="1" noChangeAspect="1" noChangeShapeType="1" noEditPoints="1" noGrp="1" noMove="1" noResize="1" noRot="1" noTextEdit="1"/>
              </p:cNvSpPr>
              <p:nvPr>
                <p:ph idx="1"/>
              </p:nvPr>
            </p:nvSpPr>
            <p:spPr>
              <a:xfrm>
                <a:off x="677334" y="1511559"/>
                <a:ext cx="8596668" cy="4529803"/>
              </a:xfrm>
              <a:blipFill>
                <a:blip r:embed="rId2"/>
                <a:stretch>
                  <a:fillRect l="-142" t="-808"/>
                </a:stretch>
              </a:blipFill>
            </p:spPr>
            <p:txBody>
              <a:bodyPr/>
              <a:lstStyle/>
              <a:p>
                <a:r>
                  <a:rPr lang="en-US">
                    <a:noFill/>
                  </a:rPr>
                  <a:t> </a:t>
                </a:r>
              </a:p>
            </p:txBody>
          </p:sp>
        </mc:Fallback>
      </mc:AlternateContent>
    </p:spTree>
    <p:extLst>
      <p:ext uri="{BB962C8B-B14F-4D97-AF65-F5344CB8AC3E}">
        <p14:creationId xmlns:p14="http://schemas.microsoft.com/office/powerpoint/2010/main" val="3030859079"/>
      </p:ext>
    </p:extLst>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280988"/>
            <a:ext cx="8596668" cy="1320800"/>
          </a:xfrm>
        </p:spPr>
        <p:txBody>
          <a:bodyPr/>
          <a:lstStyle/>
          <a:p>
            <a:r>
              <a:rPr dirty="0" lang="en-US">
                <a:solidFill>
                  <a:srgbClr val="1391BC"/>
                </a:solidFill>
              </a:rPr>
              <a:t>Introduction</a:t>
            </a:r>
          </a:p>
        </p:txBody>
      </p:sp>
      <mc:AlternateContent xmlns:a14="http://schemas.microsoft.com/office/drawing/2010/main" xmlns:mc="http://schemas.openxmlformats.org/markup-compatibility/2006">
        <mc:Choice Requires="a14">
          <p:sp>
            <p:nvSpPr>
              <p:cNvPr id="3" name="Content Placeholder 2"/>
              <p:cNvSpPr>
                <a:spLocks noGrp="1"/>
              </p:cNvSpPr>
              <p:nvPr>
                <p:ph idx="1"/>
              </p:nvPr>
            </p:nvSpPr>
            <p:spPr>
              <a:xfrm>
                <a:off x="677334" y="1166019"/>
                <a:ext cx="8596668" cy="6063456"/>
              </a:xfrm>
            </p:spPr>
            <p:txBody>
              <a:bodyPr>
                <a:normAutofit/>
              </a:bodyPr>
              <a:lstStyle/>
              <a:p>
                <a:r>
                  <a:rPr dirty="0" lang="en-US" sz="2000"/>
                  <a:t>Given three forces, </a:t>
                </a:r>
                <a14:m>
                  <m:oMath xmlns:m="http://schemas.openxmlformats.org/officeDocument/2006/math">
                    <m:acc>
                      <m:accPr>
                        <m:chr m:val="⃗"/>
                        <m:ctrlPr>
                          <a:rPr b="1" dirty="0" i="1" lang="en-US" smtClean="0" sz="2000">
                            <a:latin charset="0" panose="02040503050406030204" pitchFamily="18" typeface="Cambria Math"/>
                          </a:rPr>
                        </m:ctrlPr>
                      </m:accPr>
                      <m:e>
                        <m:r>
                          <a:rPr b="1" dirty="0" i="1" lang="en-US" smtClean="0" sz="2000">
                            <a:latin charset="0" panose="02040503050406030204" pitchFamily="18" typeface="Cambria Math"/>
                          </a:rPr>
                          <m:t>𝑨</m:t>
                        </m:r>
                      </m:e>
                    </m:acc>
                    <m:r>
                      <a:rPr dirty="0" i="1" lang="en-US" sz="2000">
                        <a:latin charset="0" panose="02040503050406030204" pitchFamily="18" typeface="Cambria Math"/>
                      </a:rPr>
                      <m:t>, </m:t>
                    </m:r>
                    <m:acc>
                      <m:accPr>
                        <m:chr m:val="⃗"/>
                        <m:ctrlPr>
                          <a:rPr b="1" dirty="0" i="1" lang="en-US" smtClean="0" sz="2000">
                            <a:latin charset="0" panose="02040503050406030204" pitchFamily="18" typeface="Cambria Math"/>
                          </a:rPr>
                        </m:ctrlPr>
                      </m:accPr>
                      <m:e>
                        <m:r>
                          <a:rPr b="1" dirty="0" i="1" lang="en-US" smtClean="0" sz="2000">
                            <a:latin charset="0" panose="02040503050406030204" pitchFamily="18" typeface="Cambria Math"/>
                          </a:rPr>
                          <m:t>𝑩</m:t>
                        </m:r>
                      </m:e>
                    </m:acc>
                  </m:oMath>
                </a14:m>
                <a:r>
                  <a:rPr dirty="0" lang="en-US" sz="2000"/>
                  <a:t>, and </a:t>
                </a:r>
                <a14:m>
                  <m:oMath xmlns:m="http://schemas.openxmlformats.org/officeDocument/2006/math">
                    <m:acc>
                      <m:accPr>
                        <m:chr m:val="⃗"/>
                        <m:ctrlPr>
                          <a:rPr b="1" dirty="0" i="1" lang="en-US" smtClean="0" sz="2000">
                            <a:latin charset="0" panose="02040503050406030204" pitchFamily="18" typeface="Cambria Math"/>
                          </a:rPr>
                        </m:ctrlPr>
                      </m:accPr>
                      <m:e>
                        <m:r>
                          <a:rPr b="1" dirty="0" i="1" lang="en-US" smtClean="0" sz="2000">
                            <a:latin charset="0" panose="02040503050406030204" pitchFamily="18" typeface="Cambria Math"/>
                          </a:rPr>
                          <m:t>𝑪</m:t>
                        </m:r>
                      </m:e>
                    </m:acc>
                  </m:oMath>
                </a14:m>
                <a:r>
                  <a:rPr dirty="0" lang="en-US" sz="2000"/>
                  <a:t>, acting on the center ring of the force table, the ring would accelerate by </a:t>
                </a:r>
                <a14:m>
                  <m:oMath xmlns:m="http://schemas.openxmlformats.org/officeDocument/2006/math">
                    <m:r>
                      <a:rPr dirty="0" i="1" lang="en-US" smtClean="0" sz="2000">
                        <a:latin charset="0" panose="02040503050406030204" pitchFamily="18" typeface="Cambria Math"/>
                      </a:rPr>
                      <m:t>𝐹</m:t>
                    </m:r>
                    <m:r>
                      <a:rPr dirty="0" i="1" lang="en-US" smtClean="0" sz="2000">
                        <a:latin charset="0" panose="02040503050406030204" pitchFamily="18" typeface="Cambria Math"/>
                      </a:rPr>
                      <m:t>=</m:t>
                    </m:r>
                    <m:r>
                      <a:rPr dirty="0" i="1" lang="en-US" smtClean="0" sz="2000">
                        <a:latin charset="0" panose="02040503050406030204" pitchFamily="18" typeface="Cambria Math"/>
                      </a:rPr>
                      <m:t>𝑚𝑎</m:t>
                    </m:r>
                  </m:oMath>
                </a14:m>
                <a:r>
                  <a:rPr dirty="0" lang="en-US" sz="2000"/>
                  <a:t>, unless </a:t>
                </a:r>
                <a14:m>
                  <m:oMath xmlns:m="http://schemas.openxmlformats.org/officeDocument/2006/math">
                    <m:acc>
                      <m:accPr>
                        <m:chr m:val="⃗"/>
                        <m:ctrlPr>
                          <a:rPr b="1" dirty="0" i="1" lang="en-US" sz="2000">
                            <a:latin charset="0" panose="02040503050406030204" pitchFamily="18" typeface="Cambria Math"/>
                          </a:rPr>
                        </m:ctrlPr>
                      </m:accPr>
                      <m:e>
                        <m:r>
                          <a:rPr b="1" dirty="0" i="1" lang="en-US" smtClean="0" sz="2000">
                            <a:latin charset="0" panose="02040503050406030204" pitchFamily="18" typeface="Cambria Math"/>
                          </a:rPr>
                          <m:t>𝑨</m:t>
                        </m:r>
                      </m:e>
                    </m:acc>
                    <m:r>
                      <a:rPr b="1" dirty="0" i="1" lang="en-US" smtClean="0" sz="2000">
                        <a:latin charset="0" panose="02040503050406030204" pitchFamily="18" typeface="Cambria Math"/>
                      </a:rPr>
                      <m:t>+</m:t>
                    </m:r>
                    <m:acc>
                      <m:accPr>
                        <m:chr m:val="⃗"/>
                        <m:ctrlPr>
                          <a:rPr b="1" dirty="0" i="1" lang="en-US" sz="2000">
                            <a:latin charset="0" panose="02040503050406030204" pitchFamily="18" typeface="Cambria Math"/>
                          </a:rPr>
                        </m:ctrlPr>
                      </m:accPr>
                      <m:e>
                        <m:r>
                          <a:rPr b="1" dirty="0" i="1" lang="en-US" sz="2000">
                            <a:latin charset="0" panose="02040503050406030204" pitchFamily="18" typeface="Cambria Math"/>
                          </a:rPr>
                          <m:t>𝑩</m:t>
                        </m:r>
                      </m:e>
                    </m:acc>
                    <m:r>
                      <a:rPr b="1" dirty="0" i="1" lang="en-US" smtClean="0" sz="2000">
                        <a:latin charset="0" panose="02040503050406030204" pitchFamily="18" typeface="Cambria Math"/>
                      </a:rPr>
                      <m:t>+</m:t>
                    </m:r>
                    <m:acc>
                      <m:accPr>
                        <m:chr m:val="⃗"/>
                        <m:ctrlPr>
                          <a:rPr b="1" dirty="0" i="1" lang="en-US" sz="2000">
                            <a:latin charset="0" panose="02040503050406030204" pitchFamily="18" typeface="Cambria Math"/>
                          </a:rPr>
                        </m:ctrlPr>
                      </m:accPr>
                      <m:e>
                        <m:r>
                          <a:rPr b="1" dirty="0" i="1" lang="en-US" smtClean="0" sz="2000">
                            <a:latin charset="0" panose="02040503050406030204" pitchFamily="18" typeface="Cambria Math"/>
                          </a:rPr>
                          <m:t>𝑪</m:t>
                        </m:r>
                      </m:e>
                    </m:acc>
                    <m:r>
                      <a:rPr b="1" dirty="0" i="1" lang="en-US" smtClean="0" sz="2000">
                        <a:latin charset="0" panose="02040503050406030204" pitchFamily="18" typeface="Cambria Math"/>
                      </a:rPr>
                      <m:t>=</m:t>
                    </m:r>
                    <m:r>
                      <a:rPr b="1" dirty="0" i="1" lang="en-US" smtClean="0" sz="2000">
                        <a:latin charset="0" panose="02040503050406030204" pitchFamily="18" typeface="Cambria Math"/>
                      </a:rPr>
                      <m:t>𝟎</m:t>
                    </m:r>
                  </m:oMath>
                </a14:m>
                <a:r>
                  <a:rPr dirty="0" lang="en-US" sz="2000"/>
                  <a:t>. This means that the</a:t>
                </a:r>
                <a14:m>
                  <m:oMath xmlns:m="http://schemas.openxmlformats.org/officeDocument/2006/math">
                    <m:r>
                      <a:rPr dirty="0" i="1" lang="en-US" smtClean="0" sz="2000">
                        <a:latin charset="0" panose="02040503050406030204" pitchFamily="18" typeface="Cambria Math"/>
                      </a:rPr>
                      <m:t> </m:t>
                    </m:r>
                    <m:r>
                      <a:rPr dirty="0" i="1" lang="en-US" smtClean="0" sz="2000">
                        <a:latin charset="0" panose="02040503050406030204" pitchFamily="18" typeface="Cambria Math"/>
                      </a:rPr>
                      <m:t>𝑥</m:t>
                    </m:r>
                    <m:r>
                      <a:rPr dirty="0" i="1" lang="en-US" smtClean="0" sz="2000">
                        <a:latin charset="0" panose="02040503050406030204" pitchFamily="18" typeface="Cambria Math"/>
                      </a:rPr>
                      <m:t> </m:t>
                    </m:r>
                  </m:oMath>
                </a14:m>
                <a:r>
                  <a:rPr dirty="0" lang="en-US" sz="2000"/>
                  <a:t>and </a:t>
                </a:r>
                <a14:m>
                  <m:oMath xmlns:m="http://schemas.openxmlformats.org/officeDocument/2006/math">
                    <m:r>
                      <a:rPr dirty="0" i="1" lang="en-US" smtClean="0" sz="2000">
                        <a:latin charset="0" panose="02040503050406030204" pitchFamily="18" typeface="Cambria Math"/>
                      </a:rPr>
                      <m:t>𝑦</m:t>
                    </m:r>
                  </m:oMath>
                </a14:m>
                <a:r>
                  <a:rPr dirty="0" lang="en-US" sz="2000"/>
                  <a:t> components must also sum to zero. In this lab, we will set up </a:t>
                </a:r>
                <a14:m>
                  <m:oMath xmlns:m="http://schemas.openxmlformats.org/officeDocument/2006/math">
                    <m:acc>
                      <m:accPr>
                        <m:chr m:val="⃗"/>
                        <m:ctrlPr>
                          <a:rPr b="1" dirty="0" i="1" lang="en-US" sz="2000">
                            <a:latin charset="0" panose="02040503050406030204" pitchFamily="18" typeface="Cambria Math"/>
                          </a:rPr>
                        </m:ctrlPr>
                      </m:accPr>
                      <m:e>
                        <m:r>
                          <a:rPr b="1" dirty="0" i="1" lang="en-US" smtClean="0" sz="2000">
                            <a:latin charset="0" panose="02040503050406030204" pitchFamily="18" typeface="Cambria Math"/>
                          </a:rPr>
                          <m:t>𝑨</m:t>
                        </m:r>
                      </m:e>
                    </m:acc>
                  </m:oMath>
                </a14:m>
                <a:r>
                  <a:rPr dirty="0" lang="en-US" sz="2000"/>
                  <a:t> and </a:t>
                </a:r>
                <a14:m>
                  <m:oMath xmlns:m="http://schemas.openxmlformats.org/officeDocument/2006/math">
                    <m:acc>
                      <m:accPr>
                        <m:chr m:val="⃗"/>
                        <m:ctrlPr>
                          <a:rPr b="1" dirty="0" i="1" lang="en-US" sz="2000">
                            <a:latin charset="0" panose="02040503050406030204" pitchFamily="18" typeface="Cambria Math"/>
                          </a:rPr>
                        </m:ctrlPr>
                      </m:accPr>
                      <m:e>
                        <m:r>
                          <a:rPr b="1" dirty="0" i="1" lang="en-US" sz="2000">
                            <a:latin charset="0" panose="02040503050406030204" pitchFamily="18" typeface="Cambria Math"/>
                          </a:rPr>
                          <m:t>𝑩</m:t>
                        </m:r>
                      </m:e>
                    </m:acc>
                  </m:oMath>
                </a14:m>
                <a:r>
                  <a:rPr b="1" dirty="0" lang="en-US" sz="2000"/>
                  <a:t> </a:t>
                </a:r>
                <a:r>
                  <a:rPr dirty="0" lang="en-US" sz="2000"/>
                  <a:t>and both measure and calculate the magnitude and direction of vector </a:t>
                </a:r>
                <a14:m>
                  <m:oMath xmlns:m="http://schemas.openxmlformats.org/officeDocument/2006/math">
                    <m:acc>
                      <m:accPr>
                        <m:chr m:val="⃗"/>
                        <m:ctrlPr>
                          <a:rPr b="1" dirty="0" i="1" lang="en-US" sz="2000">
                            <a:latin charset="0" panose="02040503050406030204" pitchFamily="18" typeface="Cambria Math"/>
                          </a:rPr>
                        </m:ctrlPr>
                      </m:accPr>
                      <m:e>
                        <m:r>
                          <a:rPr b="1" dirty="0" i="1" lang="en-US" smtClean="0" sz="2000">
                            <a:latin charset="0" panose="02040503050406030204" pitchFamily="18" typeface="Cambria Math"/>
                          </a:rPr>
                          <m:t>𝑪</m:t>
                        </m:r>
                      </m:e>
                    </m:acc>
                  </m:oMath>
                </a14:m>
                <a:r>
                  <a:rPr dirty="0" lang="en-US" sz="2000"/>
                  <a:t> as follows. </a:t>
                </a:r>
              </a:p>
              <a:p>
                <a:endParaRPr dirty="0" lang="en-US" sz="4200"/>
              </a:p>
              <a:p>
                <a:pPr algn="ctr"/>
                <a:endParaRPr dirty="0" lang="en-US" sz="4000" u="sng">
                  <a:solidFill>
                    <a:schemeClr val="tx1"/>
                  </a:solidFill>
                  <a:latin charset="0" pitchFamily="18" typeface="Times New Roman"/>
                  <a:cs charset="0" pitchFamily="18" typeface="Times New Roman"/>
                </a:endParaRPr>
              </a:p>
              <a:p>
                <a:endParaRPr dirty="0" lang="en-US" sz="4000"/>
              </a:p>
            </p:txBody>
          </p:sp>
        </mc:Choice>
        <mc:Fallback>
          <p:sp>
            <p:nvSpPr>
              <p:cNvPr id="3" name="Content Placeholder 2"/>
              <p:cNvSpPr>
                <a:spLocks noAdjustHandles="1" noChangeArrowheads="1" noChangeAspect="1" noChangeShapeType="1" noEditPoints="1" noGrp="1" noMove="1" noResize="1" noRot="1" noTextEdit="1"/>
              </p:cNvSpPr>
              <p:nvPr>
                <p:ph idx="1"/>
              </p:nvPr>
            </p:nvSpPr>
            <p:spPr>
              <a:xfrm>
                <a:off x="677334" y="1166019"/>
                <a:ext cx="8596668" cy="6063456"/>
              </a:xfrm>
              <a:blipFill>
                <a:blip r:embed="rId2"/>
                <a:stretch>
                  <a:fillRect l="-284" r="-1206"/>
                </a:stretch>
              </a:blipFill>
            </p:spPr>
            <p:txBody>
              <a:bodyPr/>
              <a:lstStyle/>
              <a:p>
                <a:r>
                  <a:rPr lang="en-US">
                    <a:noFill/>
                  </a:rPr>
                  <a:t> </a:t>
                </a:r>
              </a:p>
            </p:txBody>
          </p:sp>
        </mc:Fallback>
      </mc:AlternateContent>
      <p:pic>
        <p:nvPicPr>
          <p:cNvPr descr="?" id="7" name="Picture 6">
            <a:extLst>
              <a:ext uri="{FF2B5EF4-FFF2-40B4-BE49-F238E27FC236}">
                <a16:creationId xmlns:a16="http://schemas.microsoft.com/office/drawing/2014/main" id="{14D27A49-EB63-2F06-3306-4D4958957180}"/>
              </a:ext>
            </a:extLst>
          </p:cNvPr>
          <p:cNvPicPr>
            <a:picLocks noChangeAspect="1"/>
          </p:cNvPicPr>
          <p:nvPr/>
        </p:nvPicPr>
        <p:blipFill>
          <a:blip r:embed="rId3"/>
          <a:stretch>
            <a:fillRect/>
          </a:stretch>
        </p:blipFill>
        <p:spPr>
          <a:xfrm>
            <a:off x="524691" y="3270550"/>
            <a:ext cx="8911002" cy="1656013"/>
          </a:xfrm>
          <a:prstGeom prst="rect">
            <a:avLst/>
          </a:prstGeom>
        </p:spPr>
      </p:pic>
    </p:spTree>
    <p:extLst>
      <p:ext uri="{BB962C8B-B14F-4D97-AF65-F5344CB8AC3E}">
        <p14:creationId xmlns:p14="http://schemas.microsoft.com/office/powerpoint/2010/main" val="2656068651"/>
      </p:ext>
    </p:extLst>
  </p:cSld>
  <p:clrMapOvr>
    <a:masterClrMapping/>
  </p:clrMapOvr>
  <mc:AlternateContent xmlns:mc="http://schemas.openxmlformats.org/markup-compatibility/2006" xmlns:p14="http://schemas.microsoft.com/office/powerpoint/2010/main">
    <mc:Choice Requires="p14">
      <p:transition p14:dur="1500" spd="slow">
        <p:random/>
      </p:transition>
    </mc:Choice>
    <mc:Fallback>
      <p:transition spd="slow">
        <p:random/>
      </p:transition>
    </mc:Fallback>
  </mc:AlternateContent>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10" presetSubtype="0">
                                  <p:stCondLst>
                                    <p:cond delay="0"/>
                                  </p:stCondLst>
                                  <p:childTnLst>
                                    <p:set>
                                      <p:cBhvr>
                                        <p:cTn dur="1" fill="hold" id="6">
                                          <p:stCondLst>
                                            <p:cond delay="0"/>
                                          </p:stCondLst>
                                        </p:cTn>
                                        <p:tgtEl>
                                          <p:spTgt spid="3">
                                            <p:txEl>
                                              <p:pRg end="0" st="0"/>
                                            </p:txEl>
                                          </p:spTgt>
                                        </p:tgtEl>
                                        <p:attrNameLst>
                                          <p:attrName>style.visibility</p:attrName>
                                        </p:attrNameLst>
                                      </p:cBhvr>
                                      <p:to>
                                        <p:strVal val="visible"/>
                                      </p:to>
                                    </p:set>
                                    <p:animEffect filter="fade" transition="in">
                                      <p:cBhvr>
                                        <p:cTn dur="500" id="7"/>
                                        <p:tgtEl>
                                          <p:spTgt spid="3">
                                            <p:txEl>
                                              <p:pRg end="0" st="0"/>
                                            </p:txEl>
                                          </p:spTgt>
                                        </p:tgtEl>
                                      </p:cBhvr>
                                    </p:animEffec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build="p" grpId="0" spid="3"/>
    </p:bld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93EAB-317C-1329-9A6C-A66118939C92}"/>
              </a:ext>
            </a:extLst>
          </p:cNvPr>
          <p:cNvSpPr>
            <a:spLocks noGrp="1"/>
          </p:cNvSpPr>
          <p:nvPr>
            <p:ph type="title"/>
          </p:nvPr>
        </p:nvSpPr>
        <p:spPr>
          <a:xfrm>
            <a:off x="677334" y="609600"/>
            <a:ext cx="8596668" cy="799322"/>
          </a:xfrm>
        </p:spPr>
        <p:txBody>
          <a:bodyPr/>
          <a:lstStyle/>
          <a:p>
            <a:r>
              <a:rPr dirty="0" lang="en-US">
                <a:solidFill>
                  <a:srgbClr val="1391BC"/>
                </a:solidFill>
              </a:rPr>
              <a:t>Vectors on Force Table</a:t>
            </a:r>
          </a:p>
        </p:txBody>
      </p:sp>
      <p:pic>
        <p:nvPicPr>
          <p:cNvPr descr="Diagram showing vector components and their relationships using trigonometric functions and coordinate axes." id="4" name="Picture 3">
            <a:extLst>
              <a:ext uri="{FF2B5EF4-FFF2-40B4-BE49-F238E27FC236}">
                <a16:creationId xmlns:a16="http://schemas.microsoft.com/office/drawing/2014/main" id="{E437364A-8FF4-574B-FDEE-B059B5AD5DC2}"/>
              </a:ext>
            </a:extLst>
          </p:cNvPr>
          <p:cNvPicPr>
            <a:picLocks noChangeAspect="1"/>
          </p:cNvPicPr>
          <p:nvPr/>
        </p:nvPicPr>
        <p:blipFill>
          <a:blip r:embed="rId2"/>
          <a:stretch>
            <a:fillRect/>
          </a:stretch>
        </p:blipFill>
        <p:spPr>
          <a:xfrm>
            <a:off x="401357" y="2290904"/>
            <a:ext cx="8761309" cy="3251479"/>
          </a:xfrm>
          <a:prstGeom prst="rect">
            <a:avLst/>
          </a:prstGeom>
        </p:spPr>
      </p:pic>
    </p:spTree>
    <p:extLst>
      <p:ext uri="{BB962C8B-B14F-4D97-AF65-F5344CB8AC3E}">
        <p14:creationId xmlns:p14="http://schemas.microsoft.com/office/powerpoint/2010/main" val="2443290253"/>
      </p:ext>
    </p:extLst>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9600A1-A965-DCBD-61CF-8B3DC76122E5}"/>
              </a:ext>
            </a:extLst>
          </p:cNvPr>
          <p:cNvSpPr>
            <a:spLocks noGrp="1"/>
          </p:cNvSpPr>
          <p:nvPr>
            <p:ph type="title"/>
          </p:nvPr>
        </p:nvSpPr>
        <p:spPr>
          <a:xfrm>
            <a:off x="677334" y="609600"/>
            <a:ext cx="8596668" cy="827314"/>
          </a:xfrm>
        </p:spPr>
        <p:txBody>
          <a:bodyPr/>
          <a:lstStyle/>
          <a:p>
            <a:r>
              <a:rPr dirty="0" lang="en-US">
                <a:solidFill>
                  <a:srgbClr val="1391BC"/>
                </a:solidFill>
              </a:rPr>
              <a:t>Objective</a:t>
            </a:r>
          </a:p>
        </p:txBody>
      </p:sp>
      <p:sp>
        <p:nvSpPr>
          <p:cNvPr id="3" name="Content Placeholder 2">
            <a:extLst>
              <a:ext uri="{FF2B5EF4-FFF2-40B4-BE49-F238E27FC236}">
                <a16:creationId xmlns:a16="http://schemas.microsoft.com/office/drawing/2014/main" id="{7C6EF4A3-2379-866C-73F3-13C7C44671E2}"/>
              </a:ext>
            </a:extLst>
          </p:cNvPr>
          <p:cNvSpPr>
            <a:spLocks noGrp="1"/>
          </p:cNvSpPr>
          <p:nvPr>
            <p:ph idx="1"/>
          </p:nvPr>
        </p:nvSpPr>
        <p:spPr>
          <a:xfrm>
            <a:off x="602689" y="1750042"/>
            <a:ext cx="8596668" cy="1095795"/>
          </a:xfrm>
        </p:spPr>
        <p:txBody>
          <a:bodyPr/>
          <a:lstStyle/>
          <a:p>
            <a:r>
              <a:rPr dirty="0" lang="en-US"/>
              <a:t>To visually see vector relationships by adding force vectors and comparing the experimental and calculated force to balance them.</a:t>
            </a:r>
          </a:p>
        </p:txBody>
      </p:sp>
      <p:pic>
        <p:nvPicPr>
          <p:cNvPr descr="Diagram of a pulley system with a mass pan, pulley, and supporting structure." id="4" name="Picture 3">
            <a:extLst>
              <a:ext uri="{FF2B5EF4-FFF2-40B4-BE49-F238E27FC236}">
                <a16:creationId xmlns:a16="http://schemas.microsoft.com/office/drawing/2014/main" id="{BB204AD8-B92F-AD25-41B0-4B81F401F2B3}"/>
              </a:ext>
            </a:extLst>
          </p:cNvPr>
          <p:cNvPicPr>
            <a:picLocks noChangeAspect="1"/>
          </p:cNvPicPr>
          <p:nvPr/>
        </p:nvPicPr>
        <p:blipFill>
          <a:blip r:embed="rId2"/>
          <a:stretch>
            <a:fillRect/>
          </a:stretch>
        </p:blipFill>
        <p:spPr>
          <a:xfrm>
            <a:off x="2857641" y="2845837"/>
            <a:ext cx="3561820" cy="3671980"/>
          </a:xfrm>
          <a:prstGeom prst="rect">
            <a:avLst/>
          </a:prstGeom>
        </p:spPr>
      </p:pic>
    </p:spTree>
    <p:extLst>
      <p:ext uri="{BB962C8B-B14F-4D97-AF65-F5344CB8AC3E}">
        <p14:creationId xmlns:p14="http://schemas.microsoft.com/office/powerpoint/2010/main" val="1370426148"/>
      </p:ext>
    </p:extLst>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874E9-34D8-DCC8-0095-5C594174DB9C}"/>
              </a:ext>
            </a:extLst>
          </p:cNvPr>
          <p:cNvSpPr>
            <a:spLocks noGrp="1"/>
          </p:cNvSpPr>
          <p:nvPr>
            <p:ph type="title"/>
          </p:nvPr>
        </p:nvSpPr>
        <p:spPr>
          <a:xfrm>
            <a:off x="677334" y="245706"/>
            <a:ext cx="8596668" cy="612710"/>
          </a:xfrm>
        </p:spPr>
        <p:txBody>
          <a:bodyPr>
            <a:normAutofit fontScale="90000"/>
          </a:bodyPr>
          <a:lstStyle/>
          <a:p>
            <a:r>
              <a:rPr dirty="0" lang="en-US">
                <a:solidFill>
                  <a:srgbClr val="1391BC"/>
                </a:solidFill>
              </a:rPr>
              <a:t>Apparatus</a:t>
            </a:r>
          </a:p>
        </p:txBody>
      </p:sp>
      <p:pic>
        <p:nvPicPr>
          <p:cNvPr descr="A physics experiment setup with a force table, ring with 3 strings, center plug, pulley, and mass hanger with masses." id="8" name="Picture 7">
            <a:extLst>
              <a:ext uri="{FF2B5EF4-FFF2-40B4-BE49-F238E27FC236}">
                <a16:creationId xmlns:a16="http://schemas.microsoft.com/office/drawing/2014/main" id="{7A817C1F-7293-6619-CCFC-AF2BD9C9E681}"/>
              </a:ext>
            </a:extLst>
          </p:cNvPr>
          <p:cNvPicPr>
            <a:picLocks noChangeAspect="1"/>
          </p:cNvPicPr>
          <p:nvPr/>
        </p:nvPicPr>
        <p:blipFill>
          <a:blip r:embed="rId2"/>
          <a:stretch>
            <a:fillRect/>
          </a:stretch>
        </p:blipFill>
        <p:spPr>
          <a:xfrm>
            <a:off x="3977240" y="917597"/>
            <a:ext cx="8408073" cy="5262465"/>
          </a:xfrm>
          <a:prstGeom prst="rect">
            <a:avLst/>
          </a:prstGeom>
        </p:spPr>
      </p:pic>
      <p:graphicFrame>
        <p:nvGraphicFramePr>
          <p:cNvPr id="3" name="Table 2">
            <a:extLst>
              <a:ext uri="{FF2B5EF4-FFF2-40B4-BE49-F238E27FC236}">
                <a16:creationId xmlns:a16="http://schemas.microsoft.com/office/drawing/2014/main" id="{1EF6A02F-0FA4-C668-6412-9BA4DB97B494}"/>
              </a:ext>
            </a:extLst>
          </p:cNvPr>
          <p:cNvGraphicFramePr>
            <a:graphicFrameLocks noGrp="1"/>
          </p:cNvGraphicFramePr>
          <p:nvPr>
            <p:extLst>
              <p:ext uri="{D42A27DB-BD31-4B8C-83A1-F6EECF244321}">
                <p14:modId xmlns:p14="http://schemas.microsoft.com/office/powerpoint/2010/main" val="1628831813"/>
              </p:ext>
            </p:extLst>
          </p:nvPr>
        </p:nvGraphicFramePr>
        <p:xfrm>
          <a:off x="833310" y="1822667"/>
          <a:ext cx="2888148" cy="3078480"/>
        </p:xfrm>
        <a:graphic>
          <a:graphicData uri="http://schemas.openxmlformats.org/drawingml/2006/table">
            <a:tbl>
              <a:tblPr bandRow="1" firstRow="1">
                <a:tableStyleId>{5C22544A-7EE6-4342-B048-85BDC9FD1C3A}</a:tableStyleId>
              </a:tblPr>
              <a:tblGrid>
                <a:gridCol w="2888148">
                  <a:extLst>
                    <a:ext uri="{9D8B030D-6E8A-4147-A177-3AD203B41FA5}">
                      <a16:colId xmlns:a16="http://schemas.microsoft.com/office/drawing/2014/main" val="2214214197"/>
                    </a:ext>
                  </a:extLst>
                </a:gridCol>
              </a:tblGrid>
              <a:tr h="370840">
                <a:tc>
                  <a:txBody>
                    <a:bodyPr/>
                    <a:lstStyle/>
                    <a:p>
                      <a:r>
                        <a:rPr b="0" dirty="0" lang="en-US" sz="2000">
                          <a:solidFill>
                            <a:schemeClr val="tx1"/>
                          </a:solidFill>
                        </a:rPr>
                        <a:t>Force Table</a:t>
                      </a:r>
                    </a:p>
                  </a:txBody>
                  <a:tcPr>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extLst>
                  <a:ext uri="{0D108BD9-81ED-4DB2-BD59-A6C34878D82A}">
                    <a16:rowId xmlns:a16="http://schemas.microsoft.com/office/drawing/2014/main" val="2598495080"/>
                  </a:ext>
                </a:extLst>
              </a:tr>
              <a:tr h="370840">
                <a:tc>
                  <a:txBody>
                    <a:bodyPr/>
                    <a:lstStyle/>
                    <a:p>
                      <a:r>
                        <a:rPr b="0" dirty="0" lang="en-US" sz="2000">
                          <a:solidFill>
                            <a:schemeClr val="tx1"/>
                          </a:solidFill>
                        </a:rPr>
                        <a:t>Ring with 3 strings</a:t>
                      </a:r>
                    </a:p>
                    <a:p>
                      <a:endParaRPr b="0" dirty="0" lang="en-US" sz="2000">
                        <a:solidFill>
                          <a:schemeClr val="tx1"/>
                        </a:solidFill>
                      </a:endParaRPr>
                    </a:p>
                  </a:txBody>
                  <a:tcPr>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extLst>
                  <a:ext uri="{0D108BD9-81ED-4DB2-BD59-A6C34878D82A}">
                    <a16:rowId xmlns:a16="http://schemas.microsoft.com/office/drawing/2014/main" val="2787670372"/>
                  </a:ext>
                </a:extLst>
              </a:tr>
              <a:tr h="370840">
                <a:tc>
                  <a:txBody>
                    <a:bodyPr/>
                    <a:lstStyle/>
                    <a:p>
                      <a:r>
                        <a:rPr b="0" dirty="0" lang="en-US" sz="2000">
                          <a:solidFill>
                            <a:schemeClr val="tx1"/>
                          </a:solidFill>
                        </a:rPr>
                        <a:t>Mass sets</a:t>
                      </a:r>
                    </a:p>
                  </a:txBody>
                  <a:tcPr>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extLst>
                  <a:ext uri="{0D108BD9-81ED-4DB2-BD59-A6C34878D82A}">
                    <a16:rowId xmlns:a16="http://schemas.microsoft.com/office/drawing/2014/main" val="3621866306"/>
                  </a:ext>
                </a:extLst>
              </a:tr>
              <a:tr h="370840">
                <a:tc>
                  <a:txBody>
                    <a:bodyPr/>
                    <a:lstStyle/>
                    <a:p>
                      <a:r>
                        <a:rPr b="0" dirty="0" lang="en-US" sz="2000">
                          <a:solidFill>
                            <a:schemeClr val="tx1"/>
                          </a:solidFill>
                        </a:rPr>
                        <a:t>Mass hangers</a:t>
                      </a:r>
                    </a:p>
                  </a:txBody>
                  <a:tcPr>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extLst>
                  <a:ext uri="{0D108BD9-81ED-4DB2-BD59-A6C34878D82A}">
                    <a16:rowId xmlns:a16="http://schemas.microsoft.com/office/drawing/2014/main" val="200684484"/>
                  </a:ext>
                </a:extLst>
              </a:tr>
              <a:tr h="370840">
                <a:tc>
                  <a:txBody>
                    <a:bodyPr/>
                    <a:lstStyle/>
                    <a:p>
                      <a:r>
                        <a:rPr b="0" dirty="0" lang="en-US" sz="2000">
                          <a:solidFill>
                            <a:schemeClr val="tx1"/>
                          </a:solidFill>
                        </a:rPr>
                        <a:t>Pulleys	</a:t>
                      </a:r>
                    </a:p>
                  </a:txBody>
                  <a:tcPr>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extLst>
                  <a:ext uri="{0D108BD9-81ED-4DB2-BD59-A6C34878D82A}">
                    <a16:rowId xmlns:a16="http://schemas.microsoft.com/office/drawing/2014/main" val="2918958734"/>
                  </a:ext>
                </a:extLst>
              </a:tr>
              <a:tr h="370840">
                <a:tc>
                  <a:txBody>
                    <a:bodyPr/>
                    <a:lstStyle/>
                    <a:p>
                      <a:r>
                        <a:rPr b="0" dirty="0" lang="en-US" sz="2000">
                          <a:solidFill>
                            <a:schemeClr val="tx1"/>
                          </a:solidFill>
                        </a:rPr>
                        <a:t>e-balance</a:t>
                      </a:r>
                    </a:p>
                  </a:txBody>
                  <a:tcPr>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extLst>
                  <a:ext uri="{0D108BD9-81ED-4DB2-BD59-A6C34878D82A}">
                    <a16:rowId xmlns:a16="http://schemas.microsoft.com/office/drawing/2014/main" val="995258495"/>
                  </a:ext>
                </a:extLst>
              </a:tr>
              <a:tr h="370840">
                <a:tc>
                  <a:txBody>
                    <a:bodyPr/>
                    <a:lstStyle/>
                    <a:p>
                      <a:r>
                        <a:rPr b="0" dirty="0" lang="en-US" sz="2000">
                          <a:solidFill>
                            <a:schemeClr val="tx1"/>
                          </a:solidFill>
                        </a:rPr>
                        <a:t>Center nail</a:t>
                      </a:r>
                    </a:p>
                  </a:txBody>
                  <a:tcPr>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extLst>
                  <a:ext uri="{0D108BD9-81ED-4DB2-BD59-A6C34878D82A}">
                    <a16:rowId xmlns:a16="http://schemas.microsoft.com/office/drawing/2014/main" val="659567813"/>
                  </a:ext>
                </a:extLst>
              </a:tr>
            </a:tbl>
          </a:graphicData>
        </a:graphic>
      </p:graphicFrame>
    </p:spTree>
    <p:extLst>
      <p:ext uri="{BB962C8B-B14F-4D97-AF65-F5344CB8AC3E}">
        <p14:creationId xmlns:p14="http://schemas.microsoft.com/office/powerpoint/2010/main" val="1859157808"/>
      </p:ext>
    </p:extLst>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7D2355-61D2-E920-A687-6396E2DC100A}"/>
              </a:ext>
            </a:extLst>
          </p:cNvPr>
          <p:cNvSpPr>
            <a:spLocks noGrp="1"/>
          </p:cNvSpPr>
          <p:nvPr>
            <p:ph type="title"/>
          </p:nvPr>
        </p:nvSpPr>
        <p:spPr>
          <a:xfrm>
            <a:off x="677334" y="105748"/>
            <a:ext cx="8596668" cy="976604"/>
          </a:xfrm>
        </p:spPr>
        <p:txBody>
          <a:bodyPr>
            <a:normAutofit fontScale="90000"/>
          </a:bodyPr>
          <a:lstStyle/>
          <a:p>
            <a:r>
              <a:rPr dirty="0" lang="en-US">
                <a:solidFill>
                  <a:srgbClr val="1391BC"/>
                </a:solidFill>
              </a:rPr>
              <a:t>Procedure 1: Balancing Forces</a:t>
            </a:r>
            <a:br>
              <a:rPr dirty="0" lang="en-US"/>
            </a:br>
            <a:endParaRPr dirty="0" lang="en-US"/>
          </a:p>
        </p:txBody>
      </p:sp>
      <mc:AlternateContent xmlns:a14="http://schemas.microsoft.com/office/drawing/2010/main" xmlns:mc="http://schemas.openxmlformats.org/markup-compatibility/2006">
        <mc:Choice Requires="a14">
          <p:sp>
            <p:nvSpPr>
              <p:cNvPr id="3" name="Content Placeholder 2">
                <a:extLst>
                  <a:ext uri="{FF2B5EF4-FFF2-40B4-BE49-F238E27FC236}">
                    <a16:creationId xmlns:a16="http://schemas.microsoft.com/office/drawing/2014/main" id="{F2CDA22B-2A74-2BF8-AE77-E1D8BEFE0F2A}"/>
                  </a:ext>
                </a:extLst>
              </p:cNvPr>
              <p:cNvSpPr>
                <a:spLocks noGrp="1"/>
              </p:cNvSpPr>
              <p:nvPr>
                <p:ph idx="1"/>
              </p:nvPr>
            </p:nvSpPr>
            <p:spPr>
              <a:xfrm>
                <a:off x="677334" y="1082352"/>
                <a:ext cx="8596668" cy="5738326"/>
              </a:xfrm>
            </p:spPr>
            <p:txBody>
              <a:bodyPr>
                <a:normAutofit/>
              </a:bodyPr>
              <a:lstStyle/>
              <a:p>
                <a:pPr indent="0" marL="0">
                  <a:buNone/>
                </a:pPr>
                <a:r>
                  <a:rPr dirty="0" lang="en-US"/>
                  <a:t>1.	Set up the force table as shown in previous slide (floor or table).</a:t>
                </a:r>
                <a:r>
                  <a:rPr b="1" dirty="0" lang="en-US"/>
                  <a:t> Level it using a level. 	</a:t>
                </a:r>
                <a:r>
                  <a:rPr dirty="0" lang="en-US"/>
                  <a:t>	</a:t>
                </a:r>
              </a:p>
              <a:p>
                <a:pPr indent="0" marL="0">
                  <a:buNone/>
                </a:pPr>
                <a:r>
                  <a:rPr dirty="0" lang="en-US" sz="1800">
                    <a:effectLst/>
                    <a:ea charset="0" panose="02020603050405020304" pitchFamily="18" typeface="Times New Roman"/>
                  </a:rPr>
                  <a:t>2.	Let </a:t>
                </a:r>
                <a:r>
                  <a:rPr b="1" dirty="0" lang="en-US" sz="1800"/>
                  <a:t> </a:t>
                </a:r>
                <a14:m>
                  <m:oMath xmlns:m="http://schemas.openxmlformats.org/officeDocument/2006/math">
                    <m:acc>
                      <m:accPr>
                        <m:chr m:val="⃗"/>
                        <m:ctrlPr>
                          <a:rPr b="1" dirty="0" i="1" lang="en-US" sz="1800">
                            <a:latin charset="0" panose="02040503050406030204" pitchFamily="18" typeface="Cambria Math"/>
                          </a:rPr>
                        </m:ctrlPr>
                      </m:accPr>
                      <m:e>
                        <m:r>
                          <a:rPr b="1" dirty="0" i="1" lang="en-US" smtClean="0" sz="1800">
                            <a:latin charset="0" panose="02040503050406030204" pitchFamily="18" typeface="Cambria Math"/>
                          </a:rPr>
                          <m:t>𝑨</m:t>
                        </m:r>
                      </m:e>
                    </m:acc>
                  </m:oMath>
                </a14:m>
                <a:r>
                  <a:rPr dirty="0" lang="en-US" sz="1800"/>
                  <a:t> </a:t>
                </a:r>
                <a:r>
                  <a:rPr dirty="0" lang="en-US" sz="1800">
                    <a:effectLst/>
                    <a:ea charset="0" panose="02020603050405020304" pitchFamily="18" typeface="Times New Roman"/>
                  </a:rPr>
                  <a:t>be </a:t>
                </a:r>
                <a:r>
                  <a:rPr dirty="0" lang="en-US">
                    <a:ea charset="0" panose="02020603050405020304" pitchFamily="18" typeface="Times New Roman"/>
                  </a:rPr>
                  <a:t>.150</a:t>
                </a:r>
                <a14:m>
                  <m:oMath xmlns:m="http://schemas.openxmlformats.org/officeDocument/2006/math">
                    <m:r>
                      <a:rPr dirty="0" i="1" lang="en-US">
                        <a:latin charset="0" panose="02040503050406030204" pitchFamily="18" typeface="Cambria Math"/>
                        <a:ea charset="0" panose="02020603050405020304" pitchFamily="18" typeface="Times New Roman"/>
                      </a:rPr>
                      <m:t>𝑔</m:t>
                    </m:r>
                    <m:r>
                      <a:rPr dirty="0" i="1" lang="en-US">
                        <a:latin charset="0" panose="02040503050406030204" pitchFamily="18" typeface="Cambria Math"/>
                        <a:ea charset="0" panose="02020603050405020304" pitchFamily="18" typeface="Times New Roman"/>
                      </a:rPr>
                      <m:t> </m:t>
                    </m:r>
                  </m:oMath>
                </a14:m>
                <a:r>
                  <a:rPr dirty="0" lang="en-US" sz="1800">
                    <a:effectLst/>
                    <a:ea charset="0" panose="02020603050405020304" pitchFamily="18" typeface="Times New Roman"/>
                  </a:rPr>
                  <a:t>at 0° and let </a:t>
                </a:r>
                <a14:m>
                  <m:oMath xmlns:m="http://schemas.openxmlformats.org/officeDocument/2006/math">
                    <m:acc>
                      <m:accPr>
                        <m:chr m:val="⃗"/>
                        <m:ctrlPr>
                          <a:rPr b="1" dirty="0" i="1" lang="en-US">
                            <a:latin charset="0" panose="02040503050406030204" pitchFamily="18" typeface="Cambria Math"/>
                          </a:rPr>
                        </m:ctrlPr>
                      </m:accPr>
                      <m:e>
                        <m:r>
                          <a:rPr b="1" dirty="0" i="1" lang="en-US">
                            <a:latin charset="0" panose="02040503050406030204" pitchFamily="18" typeface="Cambria Math"/>
                          </a:rPr>
                          <m:t>𝑩</m:t>
                        </m:r>
                      </m:e>
                    </m:acc>
                  </m:oMath>
                </a14:m>
                <a:r>
                  <a:rPr b="1" dirty="0" lang="en-US" sz="1800">
                    <a:effectLst/>
                    <a:ea charset="0" panose="02020603050405020304" pitchFamily="18" typeface="Times New Roman"/>
                  </a:rPr>
                  <a:t> </a:t>
                </a:r>
                <a:r>
                  <a:rPr dirty="0" lang="en-US" sz="1800">
                    <a:effectLst/>
                    <a:ea charset="0" panose="02020603050405020304" pitchFamily="18" typeface="Times New Roman"/>
                  </a:rPr>
                  <a:t>be .200</a:t>
                </a:r>
                <a14:m>
                  <m:oMath xmlns:m="http://schemas.openxmlformats.org/officeDocument/2006/math">
                    <m:r>
                      <a:rPr b="0" dirty="0" i="1" lang="en-US" smtClean="0" sz="1800">
                        <a:effectLst/>
                        <a:latin charset="0" panose="02040503050406030204" pitchFamily="18" typeface="Cambria Math"/>
                        <a:ea charset="0" panose="02020603050405020304" pitchFamily="18" typeface="Times New Roman"/>
                      </a:rPr>
                      <m:t>𝑔</m:t>
                    </m:r>
                    <m:r>
                      <a:rPr dirty="0" i="1" lang="en-US" smtClean="0" sz="1800">
                        <a:effectLst/>
                        <a:latin charset="0" panose="02040503050406030204" pitchFamily="18" typeface="Cambria Math"/>
                        <a:ea charset="0" panose="02020603050405020304" pitchFamily="18" typeface="Times New Roman"/>
                      </a:rPr>
                      <m:t>  </m:t>
                    </m:r>
                  </m:oMath>
                </a14:m>
                <a:r>
                  <a:rPr dirty="0" lang="en-US" sz="1800">
                    <a:effectLst/>
                    <a:ea charset="0" panose="02020603050405020304" pitchFamily="18" typeface="Times New Roman"/>
                  </a:rPr>
                  <a:t>at 90°.</a:t>
                </a:r>
              </a:p>
              <a:p>
                <a:pPr algn="just" indent="0" marL="0">
                  <a:spcBef>
                    <a:spcPts val="0"/>
                  </a:spcBef>
                  <a:buNone/>
                </a:pPr>
                <a:r>
                  <a:rPr dirty="0" lang="en-US" sz="1800" u="sng">
                    <a:effectLst/>
                    <a:ea charset="0" panose="02020603050405020304" pitchFamily="18" typeface="Times New Roman"/>
                  </a:rPr>
                  <a:t>Note </a:t>
                </a:r>
                <a:r>
                  <a:rPr dirty="0" lang="en-US" sz="1800">
                    <a:effectLst/>
                    <a:ea charset="0" panose="02020603050405020304" pitchFamily="18" typeface="Times New Roman"/>
                  </a:rPr>
                  <a:t>that you will be using mass, a scalar to represent force vectors </a:t>
                </a:r>
                <a14:m>
                  <m:oMath xmlns:m="http://schemas.openxmlformats.org/officeDocument/2006/math">
                    <m:acc>
                      <m:accPr>
                        <m:chr m:val="⃗"/>
                        <m:ctrlPr>
                          <a:rPr b="1" dirty="0" i="1" lang="en-US" smtClean="0" sz="1800">
                            <a:latin charset="0" panose="02040503050406030204" pitchFamily="18" typeface="Cambria Math"/>
                          </a:rPr>
                        </m:ctrlPr>
                      </m:accPr>
                      <m:e>
                        <m:r>
                          <a:rPr b="1" dirty="0" i="1" lang="en-US" smtClean="0" sz="1800">
                            <a:latin charset="0" panose="02040503050406030204" pitchFamily="18" typeface="Cambria Math"/>
                          </a:rPr>
                          <m:t>𝑨</m:t>
                        </m:r>
                      </m:e>
                    </m:acc>
                    <m:r>
                      <a:rPr b="0" dirty="0" i="0" lang="en-US" smtClean="0" sz="1800">
                        <a:latin charset="0" panose="02040503050406030204" pitchFamily="18" typeface="Cambria Math"/>
                      </a:rPr>
                      <m:t>,</m:t>
                    </m:r>
                  </m:oMath>
                </a14:m>
                <a:r>
                  <a:rPr dirty="0" lang="en-US" sz="1800"/>
                  <a:t> </a:t>
                </a:r>
                <a14:m>
                  <m:oMath xmlns:m="http://schemas.openxmlformats.org/officeDocument/2006/math">
                    <m:acc>
                      <m:accPr>
                        <m:chr m:val="⃗"/>
                        <m:ctrlPr>
                          <a:rPr b="1" dirty="0" i="1" lang="en-US" sz="1800">
                            <a:latin charset="0" panose="02040503050406030204" pitchFamily="18" typeface="Cambria Math"/>
                          </a:rPr>
                        </m:ctrlPr>
                      </m:accPr>
                      <m:e>
                        <m:r>
                          <a:rPr b="1" dirty="0" i="1" lang="en-US" sz="1800">
                            <a:latin charset="0" panose="02040503050406030204" pitchFamily="18" typeface="Cambria Math"/>
                          </a:rPr>
                          <m:t>𝑩</m:t>
                        </m:r>
                      </m:e>
                    </m:acc>
                  </m:oMath>
                </a14:m>
                <a:r>
                  <a:rPr dirty="0" lang="en-US" sz="1800">
                    <a:effectLst/>
                    <a:ea charset="0" panose="02020603050405020304" pitchFamily="18" typeface="Times New Roman"/>
                  </a:rPr>
                  <a:t>, </a:t>
                </a:r>
                <a:r>
                  <a:rPr dirty="0" lang="en-US"/>
                  <a:t>and </a:t>
                </a:r>
                <a14:m>
                  <m:oMath xmlns:m="http://schemas.openxmlformats.org/officeDocument/2006/math">
                    <m:acc>
                      <m:accPr>
                        <m:chr m:val="⃗"/>
                        <m:ctrlPr>
                          <a:rPr b="1" dirty="0" i="1" lang="en-US">
                            <a:latin charset="0" panose="02040503050406030204" pitchFamily="18" typeface="Cambria Math"/>
                          </a:rPr>
                        </m:ctrlPr>
                      </m:accPr>
                      <m:e>
                        <m:r>
                          <a:rPr b="1" dirty="0" i="1" lang="en-US" smtClean="0">
                            <a:latin charset="0" panose="02040503050406030204" pitchFamily="18" typeface="Cambria Math"/>
                          </a:rPr>
                          <m:t>𝑪</m:t>
                        </m:r>
                      </m:e>
                    </m:acc>
                  </m:oMath>
                </a14:m>
                <a:r>
                  <a:rPr b="1" dirty="0" lang="en-US"/>
                  <a:t> </a:t>
                </a:r>
                <a:r>
                  <a:rPr dirty="0" lang="en-US" sz="1800">
                    <a:effectLst/>
                    <a:ea charset="0" panose="02020603050405020304" pitchFamily="18" typeface="Times New Roman"/>
                  </a:rPr>
                  <a:t> It is therefore necessary to convert mass, a scalar to force, a 	vector.</a:t>
                </a:r>
              </a:p>
              <a:p>
                <a:pPr algn="just" indent="0" marL="0" marR="0">
                  <a:spcBef>
                    <a:spcPts val="0"/>
                  </a:spcBef>
                  <a:spcAft>
                    <a:spcPts val="0"/>
                  </a:spcAft>
                  <a:buNone/>
                </a:pPr>
                <a:r>
                  <a:rPr dirty="0" i="1" lang="en-US" sz="1800">
                    <a:effectLst/>
                    <a:ea charset="0" panose="02020603050405020304" pitchFamily="18" typeface="Times New Roman"/>
                  </a:rPr>
                  <a:t> </a:t>
                </a:r>
                <a:endParaRPr dirty="0" lang="en-US" sz="1800">
                  <a:effectLst/>
                  <a:ea charset="0" panose="02020603050405020304" pitchFamily="18" typeface="Times New Roman"/>
                </a:endParaRPr>
              </a:p>
              <a:p>
                <a:pPr algn="just" indent="0" marL="0">
                  <a:spcBef>
                    <a:spcPts val="0"/>
                  </a:spcBef>
                  <a:buNone/>
                </a:pPr>
                <a:r>
                  <a:rPr dirty="0" i="1" lang="en-US" sz="1800">
                    <a:effectLst/>
                    <a:ea charset="0" panose="02020603050405020304" pitchFamily="18" typeface="Times New Roman"/>
                  </a:rPr>
                  <a:t>			Force (Newton) = Mass (kilogram) </a:t>
                </a:r>
                <a:r>
                  <a:rPr dirty="0" lang="en-US" sz="1800">
                    <a:effectLst/>
                    <a:ea charset="0" panose="02020603050405020304" pitchFamily="18" typeface="Times New Roman"/>
                  </a:rPr>
                  <a:t>x</a:t>
                </a:r>
                <a14:m>
                  <m:oMath xmlns:m="http://schemas.openxmlformats.org/officeDocument/2006/math">
                    <m:r>
                      <a:rPr dirty="0" i="1" lang="en-US" smtClean="0" sz="1800">
                        <a:effectLst/>
                        <a:latin charset="0" panose="02040503050406030204" pitchFamily="18" typeface="Cambria Math"/>
                        <a:ea charset="0" panose="02020603050405020304" pitchFamily="18" typeface="Times New Roman"/>
                      </a:rPr>
                      <m:t> </m:t>
                    </m:r>
                    <m:r>
                      <a:rPr dirty="0" i="1" lang="en-US" smtClean="0" sz="1800">
                        <a:effectLst/>
                        <a:latin charset="0" panose="02040503050406030204" pitchFamily="18" typeface="Cambria Math"/>
                        <a:ea charset="0" panose="02020603050405020304" pitchFamily="18" typeface="Times New Roman"/>
                      </a:rPr>
                      <m:t>𝑔</m:t>
                    </m:r>
                    <m:r>
                      <a:rPr dirty="0" i="1" lang="en-US" smtClean="0" sz="1800">
                        <a:effectLst/>
                        <a:latin charset="0" panose="02040503050406030204" pitchFamily="18" typeface="Cambria Math"/>
                        <a:ea charset="0" panose="02020603050405020304" pitchFamily="18" typeface="Times New Roman"/>
                      </a:rPr>
                      <m:t> </m:t>
                    </m:r>
                  </m:oMath>
                </a14:m>
                <a:r>
                  <a:rPr dirty="0" i="1" lang="en-US" sz="1800">
                    <a:effectLst/>
                    <a:ea charset="0" panose="02020603050405020304" pitchFamily="18" typeface="Times New Roman"/>
                  </a:rPr>
                  <a:t>(m/s</a:t>
                </a:r>
                <a:r>
                  <a:rPr baseline="30000" dirty="0" i="1" lang="en-US" sz="1800">
                    <a:effectLst/>
                    <a:ea charset="0" panose="02020603050405020304" pitchFamily="18" typeface="Times New Roman"/>
                  </a:rPr>
                  <a:t>2</a:t>
                </a:r>
                <a:r>
                  <a:rPr dirty="0" i="1" lang="en-US" sz="1800">
                    <a:effectLst/>
                    <a:ea charset="0" panose="02020603050405020304" pitchFamily="18" typeface="Times New Roman"/>
                  </a:rPr>
                  <a:t>)    </a:t>
                </a:r>
                <a:r>
                  <a:rPr dirty="0" lang="en-US" sz="1800">
                    <a:effectLst/>
                    <a:ea charset="0" panose="02020603050405020304" pitchFamily="18" typeface="Times New Roman"/>
                  </a:rPr>
                  <a:t>where </a:t>
                </a:r>
                <a:r>
                  <a:rPr dirty="0" i="1" lang="en-US" sz="1800">
                    <a:effectLst/>
                    <a:ea charset="0" panose="02020603050405020304" pitchFamily="18" typeface="Times New Roman"/>
                  </a:rPr>
                  <a:t>						</a:t>
                </a:r>
                <a14:m>
                  <m:oMath xmlns:m="http://schemas.openxmlformats.org/officeDocument/2006/math">
                    <m:r>
                      <a:rPr dirty="0" i="1" lang="en-US">
                        <a:latin charset="0" panose="02040503050406030204" pitchFamily="18" typeface="Cambria Math"/>
                        <a:ea charset="0" panose="02020603050405020304" pitchFamily="18" typeface="Times New Roman"/>
                      </a:rPr>
                      <m:t> </m:t>
                    </m:r>
                    <m:r>
                      <a:rPr b="0" dirty="0" i="1" lang="en-US" smtClean="0">
                        <a:latin charset="0" panose="02040503050406030204" pitchFamily="18" typeface="Cambria Math"/>
                        <a:ea charset="0" panose="02020603050405020304" pitchFamily="18" typeface="Times New Roman"/>
                      </a:rPr>
                      <m:t>𝑔</m:t>
                    </m:r>
                    <m:r>
                      <a:rPr dirty="0" i="1" lang="en-US">
                        <a:latin charset="0" panose="02040503050406030204" pitchFamily="18" typeface="Cambria Math"/>
                        <a:ea charset="0" panose="02020603050405020304" pitchFamily="18" typeface="Times New Roman"/>
                      </a:rPr>
                      <m:t> </m:t>
                    </m:r>
                    <m:r>
                      <a:rPr b="0" dirty="0" i="0" lang="en-US" smtClean="0">
                        <a:latin charset="0" panose="02040503050406030204" pitchFamily="18" typeface="Cambria Math"/>
                        <a:ea charset="0" panose="02020603050405020304" pitchFamily="18" typeface="Times New Roman"/>
                      </a:rPr>
                      <m:t>(</m:t>
                    </m:r>
                  </m:oMath>
                </a14:m>
                <a:r>
                  <a:rPr dirty="0" lang="en-US" sz="1800">
                    <a:effectLst/>
                    <a:ea charset="0" panose="02020603050405020304" pitchFamily="18" typeface="Times New Roman"/>
                  </a:rPr>
                  <a:t>acceleration due gravity) </a:t>
                </a:r>
                <a14:m>
                  <m:oMath xmlns:m="http://schemas.openxmlformats.org/officeDocument/2006/math">
                    <m:r>
                      <a:rPr dirty="0" i="1" lang="en-US" smtClean="0" sz="1800">
                        <a:effectLst/>
                        <a:latin charset="0" panose="02040503050406030204" pitchFamily="18" typeface="Cambria Math"/>
                        <a:ea charset="0" panose="02020603050405020304" pitchFamily="18" typeface="Times New Roman"/>
                      </a:rPr>
                      <m:t>= 9.8 </m:t>
                    </m:r>
                    <m:r>
                      <a:rPr dirty="0" i="1" lang="en-US" smtClean="0" sz="1800">
                        <a:effectLst/>
                        <a:latin charset="0" panose="02040503050406030204" pitchFamily="18" typeface="Cambria Math"/>
                        <a:ea charset="0" panose="02020603050405020304" pitchFamily="18" typeface="Times New Roman"/>
                      </a:rPr>
                      <m:t>𝑚</m:t>
                    </m:r>
                    <m:r>
                      <a:rPr dirty="0" i="1" lang="en-US" smtClean="0" sz="1800">
                        <a:effectLst/>
                        <a:latin charset="0" panose="02040503050406030204" pitchFamily="18" typeface="Cambria Math"/>
                        <a:ea charset="0" panose="02020603050405020304" pitchFamily="18" typeface="Times New Roman"/>
                      </a:rPr>
                      <m:t>/</m:t>
                    </m:r>
                    <m:r>
                      <a:rPr dirty="0" i="1" lang="en-US" smtClean="0" sz="1800">
                        <a:effectLst/>
                        <a:latin charset="0" panose="02040503050406030204" pitchFamily="18" typeface="Cambria Math"/>
                        <a:ea charset="0" panose="02020603050405020304" pitchFamily="18" typeface="Times New Roman"/>
                      </a:rPr>
                      <m:t>𝑠</m:t>
                    </m:r>
                    <m:r>
                      <a:rPr baseline="30000" dirty="0" i="1" lang="en-US" smtClean="0" sz="1800">
                        <a:effectLst/>
                        <a:latin charset="0" panose="02040503050406030204" pitchFamily="18" typeface="Cambria Math"/>
                        <a:ea charset="0" panose="02020603050405020304" pitchFamily="18" typeface="Times New Roman"/>
                      </a:rPr>
                      <m:t>2</m:t>
                    </m:r>
                  </m:oMath>
                </a14:m>
                <a:endParaRPr dirty="0" lang="en-US" sz="1800">
                  <a:effectLst/>
                  <a:ea charset="0" panose="02020603050405020304" pitchFamily="18" typeface="Times New Roman"/>
                </a:endParaRPr>
              </a:p>
              <a:p>
                <a:pPr indent="0" marL="0">
                  <a:buNone/>
                </a:pPr>
                <a:r>
                  <a:rPr dirty="0" lang="en-US" sz="1800">
                    <a:effectLst/>
                    <a:ea charset="0" panose="02020603050405020304" pitchFamily="18" typeface="Times New Roman"/>
                  </a:rPr>
                  <a:t>3.	Find the weight and direction on the third string, i.e., </a:t>
                </a:r>
                <a14:m>
                  <m:oMath xmlns:m="http://schemas.openxmlformats.org/officeDocument/2006/math">
                    <m:acc>
                      <m:accPr>
                        <m:chr m:val="⃗"/>
                        <m:ctrlPr>
                          <a:rPr b="1" dirty="0" i="1" lang="en-US" smtClean="0">
                            <a:latin charset="0" panose="02040503050406030204" pitchFamily="18" typeface="Cambria Math"/>
                          </a:rPr>
                        </m:ctrlPr>
                      </m:accPr>
                      <m:e>
                        <m:r>
                          <a:rPr b="1" dirty="0" i="1" lang="en-US" smtClean="0">
                            <a:latin charset="0" panose="02040503050406030204" pitchFamily="18" typeface="Cambria Math"/>
                          </a:rPr>
                          <m:t>𝑪</m:t>
                        </m:r>
                      </m:e>
                    </m:acc>
                  </m:oMath>
                </a14:m>
                <a:r>
                  <a:rPr b="1" dirty="0" lang="en-US"/>
                  <a:t> </a:t>
                </a:r>
                <a:r>
                  <a:rPr dirty="0" lang="en-US" sz="1800">
                    <a:effectLst/>
                    <a:ea charset="0" panose="02020603050405020304" pitchFamily="18" typeface="Times New Roman"/>
                  </a:rPr>
                  <a:t>, required to keep the ring in the center of the table. You can ensure you have the ring centered by displacing it (up, down, and in various directions) and seeing if it returns to the center. This will also give you a feel for the errors involved. </a:t>
                </a:r>
              </a:p>
              <a:p>
                <a:pPr indent="0" marL="0">
                  <a:buNone/>
                </a:pPr>
                <a:r>
                  <a:rPr dirty="0" lang="en-US" sz="1800">
                    <a:effectLst/>
                    <a:ea charset="0" panose="02020603050405020304" pitchFamily="18" typeface="Times New Roman"/>
                  </a:rPr>
                  <a:t>Make sure that the string is loose on the ring, or the direction of each string may not point to the center of the ring, effectively changing the direction of the vectors. </a:t>
                </a:r>
                <a:r>
                  <a:rPr dirty="0" lang="en-US">
                    <a:ea charset="0" panose="02020603050405020304" pitchFamily="18" typeface="Times New Roman"/>
                  </a:rPr>
                  <a:t>Initially, use</a:t>
                </a:r>
                <a:r>
                  <a:rPr dirty="0" lang="en-US" sz="1800">
                    <a:effectLst/>
                    <a:ea charset="0" panose="02020603050405020304" pitchFamily="18" typeface="Times New Roman"/>
                  </a:rPr>
                  <a:t> the plug provided or a nail in the center of the ring to keep everything from falling. Remove it when making final adjustments. </a:t>
                </a:r>
              </a:p>
              <a:p>
                <a:pPr indent="0" marL="0">
                  <a:buNone/>
                </a:pPr>
                <a:endParaRPr dirty="0" lang="en-US" sz="1800">
                  <a:effectLst/>
                  <a:ea charset="0" panose="02020603050405020304" pitchFamily="18" typeface="Times New Roman"/>
                </a:endParaRPr>
              </a:p>
              <a:p>
                <a:pPr indent="0" marL="0">
                  <a:buNone/>
                </a:pPr>
                <a:endParaRPr dirty="0" lang="en-US" sz="1800">
                  <a:effectLst/>
                  <a:ea charset="0" panose="02020603050405020304" pitchFamily="18" typeface="Times New Roman"/>
                </a:endParaRPr>
              </a:p>
              <a:p>
                <a:endParaRPr dirty="0" lang="en-US"/>
              </a:p>
            </p:txBody>
          </p:sp>
        </mc:Choice>
        <mc:Fallback>
          <p:sp>
            <p:nvSpPr>
              <p:cNvPr id="3" name="Content Placeholder 2">
                <a:extLst>
                  <a:ext uri="{FF2B5EF4-FFF2-40B4-BE49-F238E27FC236}">
                    <a16:creationId xmlns:a16="http://schemas.microsoft.com/office/drawing/2014/main" id="{F2CDA22B-2A74-2BF8-AE77-E1D8BEFE0F2A}"/>
                  </a:ext>
                </a:extLst>
              </p:cNvPr>
              <p:cNvSpPr>
                <a:spLocks noAdjustHandles="1" noChangeArrowheads="1" noChangeAspect="1" noChangeShapeType="1" noEditPoints="1" noGrp="1" noMove="1" noResize="1" noRot="1" noTextEdit="1"/>
              </p:cNvSpPr>
              <p:nvPr>
                <p:ph idx="1"/>
              </p:nvPr>
            </p:nvSpPr>
            <p:spPr>
              <a:xfrm>
                <a:off x="677334" y="1082352"/>
                <a:ext cx="8596668" cy="5738326"/>
              </a:xfrm>
              <a:blipFill>
                <a:blip r:embed="rId2"/>
                <a:stretch>
                  <a:fillRect l="-567" r="-426" t="-744"/>
                </a:stretch>
              </a:blipFill>
            </p:spPr>
            <p:txBody>
              <a:bodyPr/>
              <a:lstStyle/>
              <a:p>
                <a:r>
                  <a:rPr lang="en-US">
                    <a:noFill/>
                  </a:rPr>
                  <a:t> </a:t>
                </a:r>
              </a:p>
            </p:txBody>
          </p:sp>
        </mc:Fallback>
      </mc:AlternateContent>
    </p:spTree>
    <p:extLst>
      <p:ext uri="{BB962C8B-B14F-4D97-AF65-F5344CB8AC3E}">
        <p14:creationId xmlns:p14="http://schemas.microsoft.com/office/powerpoint/2010/main" val="4242524385"/>
      </p:ext>
    </p:extLst>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D358BA-E416-03D1-A704-BA9CF964275A}"/>
              </a:ext>
            </a:extLst>
          </p:cNvPr>
          <p:cNvSpPr>
            <a:spLocks noGrp="1"/>
          </p:cNvSpPr>
          <p:nvPr>
            <p:ph type="title"/>
          </p:nvPr>
        </p:nvSpPr>
        <p:spPr>
          <a:xfrm>
            <a:off x="677334" y="609600"/>
            <a:ext cx="8596668" cy="780661"/>
          </a:xfrm>
        </p:spPr>
        <p:txBody>
          <a:bodyPr>
            <a:normAutofit/>
          </a:bodyPr>
          <a:lstStyle/>
          <a:p>
            <a:r>
              <a:rPr dirty="0" lang="en-US">
                <a:solidFill>
                  <a:srgbClr val="1391BC"/>
                </a:solidFill>
              </a:rPr>
              <a:t>Procedure 1: Balancing Forces, Cont.</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6A4C2740-84F0-B085-82FD-5C332C3AFCD2}"/>
                  </a:ext>
                </a:extLst>
              </p:cNvPr>
              <p:cNvSpPr>
                <a:spLocks noGrp="1"/>
              </p:cNvSpPr>
              <p:nvPr>
                <p:ph idx="1"/>
              </p:nvPr>
            </p:nvSpPr>
            <p:spPr>
              <a:xfrm>
                <a:off x="677334" y="1390261"/>
                <a:ext cx="8596668" cy="4651101"/>
              </a:xfrm>
            </p:spPr>
            <p:txBody>
              <a:bodyPr/>
              <a:lstStyle/>
              <a:p>
                <a:r>
                  <a:rPr dirty="0" lang="en-US"/>
                  <a:t>Also, note that the hangers have a mass of </a:t>
                </a:r>
                <a14:m>
                  <m:oMath xmlns:m="http://schemas.openxmlformats.org/officeDocument/2006/math">
                    <m:r>
                      <a:rPr b="0" dirty="0" i="1" lang="en-US" smtClean="0">
                        <a:latin charset="0" panose="02040503050406030204" pitchFamily="18" typeface="Cambria Math"/>
                      </a:rPr>
                      <m:t>50 </m:t>
                    </m:r>
                    <m:r>
                      <a:rPr b="0" dirty="0" i="1" lang="en-US" smtClean="0">
                        <a:latin charset="0" panose="02040503050406030204" pitchFamily="18" typeface="Cambria Math"/>
                      </a:rPr>
                      <m:t>𝑔𝑟𝑎𝑚𝑠</m:t>
                    </m:r>
                    <m:r>
                      <a:rPr dirty="0" i="1" lang="en-US" smtClean="0">
                        <a:latin charset="0" panose="02040503050406030204" pitchFamily="18" typeface="Cambria Math"/>
                      </a:rPr>
                      <m:t> </m:t>
                    </m:r>
                  </m:oMath>
                </a14:m>
                <a:r>
                  <a:rPr dirty="0" lang="en-US"/>
                  <a:t>or weight of </a:t>
                </a:r>
                <a14:m>
                  <m:oMath xmlns:m="http://schemas.openxmlformats.org/officeDocument/2006/math">
                    <m:r>
                      <a:rPr dirty="0" i="1" lang="en-US" smtClean="0">
                        <a:latin charset="0" panose="02040503050406030204" pitchFamily="18" typeface="Cambria Math"/>
                      </a:rPr>
                      <m:t>0.49</m:t>
                    </m:r>
                    <m:r>
                      <a:rPr dirty="0" i="1" lang="en-US" smtClean="0">
                        <a:latin charset="0" panose="02040503050406030204" pitchFamily="18" typeface="Cambria Math"/>
                      </a:rPr>
                      <m:t>𝑁</m:t>
                    </m:r>
                  </m:oMath>
                </a14:m>
                <a:r>
                  <a:rPr dirty="0" lang="en-US"/>
                  <a:t>, so to obtain a mass of </a:t>
                </a:r>
                <a14:m>
                  <m:oMath xmlns:m="http://schemas.openxmlformats.org/officeDocument/2006/math">
                    <m:r>
                      <a:rPr dirty="0" i="1" lang="en-US" smtClean="0">
                        <a:latin charset="0" panose="02040503050406030204" pitchFamily="18" typeface="Cambria Math"/>
                      </a:rPr>
                      <m:t>150</m:t>
                    </m:r>
                    <m:r>
                      <a:rPr b="0" dirty="0" i="1" lang="en-US" smtClean="0">
                        <a:latin charset="0" panose="02040503050406030204" pitchFamily="18" typeface="Cambria Math"/>
                      </a:rPr>
                      <m:t> </m:t>
                    </m:r>
                    <m:r>
                      <a:rPr b="0" dirty="0" i="1" lang="en-US" smtClean="0">
                        <a:latin charset="0" panose="02040503050406030204" pitchFamily="18" typeface="Cambria Math"/>
                      </a:rPr>
                      <m:t>𝑔𝑟𝑎𝑚𝑠</m:t>
                    </m:r>
                    <m:r>
                      <a:rPr dirty="0" i="1" lang="en-US" smtClean="0">
                        <a:latin charset="0" panose="02040503050406030204" pitchFamily="18" typeface="Cambria Math"/>
                      </a:rPr>
                      <m:t> </m:t>
                    </m:r>
                  </m:oMath>
                </a14:m>
                <a:r>
                  <a:rPr dirty="0" lang="en-US"/>
                  <a:t>you must add </a:t>
                </a:r>
                <a14:m>
                  <m:oMath xmlns:m="http://schemas.openxmlformats.org/officeDocument/2006/math">
                    <m:r>
                      <a:rPr dirty="0" i="1" lang="en-US" smtClean="0">
                        <a:latin charset="0" panose="02040503050406030204" pitchFamily="18" typeface="Cambria Math"/>
                      </a:rPr>
                      <m:t>100 </m:t>
                    </m:r>
                    <m:r>
                      <a:rPr dirty="0" i="1" lang="en-US" smtClean="0">
                        <a:latin charset="0" panose="02040503050406030204" pitchFamily="18" typeface="Cambria Math"/>
                      </a:rPr>
                      <m:t>𝑔𝑟𝑎𝑚𝑠</m:t>
                    </m:r>
                    <m:r>
                      <a:rPr dirty="0" i="1" lang="en-US" smtClean="0">
                        <a:latin charset="0" panose="02040503050406030204" pitchFamily="18" typeface="Cambria Math"/>
                      </a:rPr>
                      <m:t> </m:t>
                    </m:r>
                  </m:oMath>
                </a14:m>
                <a:r>
                  <a:rPr dirty="0" lang="en-US"/>
                  <a:t>to the </a:t>
                </a:r>
                <a14:m>
                  <m:oMath xmlns:m="http://schemas.openxmlformats.org/officeDocument/2006/math">
                    <m:r>
                      <a:rPr dirty="0" i="1" lang="en-US" smtClean="0">
                        <a:latin charset="0" panose="02040503050406030204" pitchFamily="18" typeface="Cambria Math"/>
                      </a:rPr>
                      <m:t>50 </m:t>
                    </m:r>
                    <m:r>
                      <a:rPr dirty="0" i="1" lang="en-US" smtClean="0">
                        <a:latin charset="0" panose="02040503050406030204" pitchFamily="18" typeface="Cambria Math"/>
                      </a:rPr>
                      <m:t>𝑔𝑟𝑎𝑚</m:t>
                    </m:r>
                    <m:r>
                      <a:rPr dirty="0" i="1" lang="en-US" smtClean="0">
                        <a:latin charset="0" panose="02040503050406030204" pitchFamily="18" typeface="Cambria Math"/>
                      </a:rPr>
                      <m:t> </m:t>
                    </m:r>
                  </m:oMath>
                </a14:m>
                <a:r>
                  <a:rPr dirty="0" lang="en-US"/>
                  <a:t>hanger. You might want to confirm a hanger’s mass if it looks questionable.</a:t>
                </a:r>
              </a:p>
              <a:p>
                <a:r>
                  <a:rPr dirty="0" lang="en-US"/>
                  <a:t>After you have the weight and direction of </a:t>
                </a:r>
                <a14:m>
                  <m:oMath xmlns:m="http://schemas.openxmlformats.org/officeDocument/2006/math">
                    <m:acc>
                      <m:accPr>
                        <m:chr m:val="⃗"/>
                        <m:ctrlPr>
                          <a:rPr b="1" dirty="0" i="1" lang="en-US" smtClean="0">
                            <a:latin charset="0" panose="02040503050406030204" pitchFamily="18" typeface="Cambria Math"/>
                          </a:rPr>
                        </m:ctrlPr>
                      </m:accPr>
                      <m:e>
                        <m:r>
                          <a:rPr b="1" dirty="0" i="1" lang="en-US" smtClean="0">
                            <a:latin charset="0" panose="02040503050406030204" pitchFamily="18" typeface="Cambria Math"/>
                          </a:rPr>
                          <m:t>𝑪</m:t>
                        </m:r>
                      </m:e>
                    </m:acc>
                  </m:oMath>
                </a14:m>
                <a:r>
                  <a:rPr b="1" dirty="0" lang="en-US"/>
                  <a:t> </a:t>
                </a:r>
                <a:r>
                  <a:rPr dirty="0" lang="en-US"/>
                  <a:t>, find the maximum mass you can add or subtract from C without moving the ring off what you judge to be the center. Enter it in the table below and compute the percent error. This can be considered your uncertainty or error in the magnitude of </a:t>
                </a:r>
                <a14:m>
                  <m:oMath xmlns:m="http://schemas.openxmlformats.org/officeDocument/2006/math">
                    <m:acc>
                      <m:accPr>
                        <m:chr m:val="⃗"/>
                        <m:ctrlPr>
                          <a:rPr b="1" dirty="0" i="1" lang="en-US">
                            <a:latin charset="0" panose="02040503050406030204" pitchFamily="18" typeface="Cambria Math"/>
                          </a:rPr>
                        </m:ctrlPr>
                      </m:accPr>
                      <m:e>
                        <m:r>
                          <a:rPr b="1" dirty="0" i="1" lang="en-US">
                            <a:latin charset="0" panose="02040503050406030204" pitchFamily="18" typeface="Cambria Math"/>
                          </a:rPr>
                          <m:t>𝑪</m:t>
                        </m:r>
                      </m:e>
                    </m:acc>
                  </m:oMath>
                </a14:m>
                <a:r>
                  <a:rPr b="1" dirty="0" lang="en-US"/>
                  <a:t> </a:t>
                </a:r>
                <a:r>
                  <a:rPr dirty="0" lang="en-US"/>
                  <a:t>. </a:t>
                </a:r>
              </a:p>
              <a:p>
                <a:r>
                  <a:rPr dirty="0" lang="en-US"/>
                  <a:t>You can also think of this as an equivalent least count. Return to the original weight and similarly vary the angle to find the maximum angular variation for which the ring stays centered. Note how this compares to the least count of the table and record the larger of the two values.</a:t>
                </a:r>
              </a:p>
              <a:p>
                <a:endParaRPr dirty="0" lang="en-US"/>
              </a:p>
            </p:txBody>
          </p:sp>
        </mc:Choice>
        <mc:Fallback>
          <p:sp>
            <p:nvSpPr>
              <p:cNvPr id="3" name="Content Placeholder 2">
                <a:extLst>
                  <a:ext uri="{FF2B5EF4-FFF2-40B4-BE49-F238E27FC236}">
                    <a16:creationId xmlns:a16="http://schemas.microsoft.com/office/drawing/2014/main" id="{6A4C2740-84F0-B085-82FD-5C332C3AFCD2}"/>
                  </a:ext>
                </a:extLst>
              </p:cNvPr>
              <p:cNvSpPr>
                <a:spLocks noAdjustHandles="1" noChangeArrowheads="1" noChangeAspect="1" noChangeShapeType="1" noEditPoints="1" noGrp="1" noMove="1" noResize="1" noRot="1" noTextEdit="1"/>
              </p:cNvSpPr>
              <p:nvPr>
                <p:ph idx="1"/>
              </p:nvPr>
            </p:nvSpPr>
            <p:spPr>
              <a:xfrm>
                <a:off x="677334" y="1390261"/>
                <a:ext cx="8596668" cy="4651101"/>
              </a:xfrm>
              <a:blipFill>
                <a:blip r:embed="rId2"/>
                <a:stretch>
                  <a:fillRect l="-142" r="-1135" t="-786"/>
                </a:stretch>
              </a:blipFill>
            </p:spPr>
            <p:txBody>
              <a:bodyPr/>
              <a:lstStyle/>
              <a:p>
                <a:r>
                  <a:rPr lang="en-US">
                    <a:noFill/>
                  </a:rPr>
                  <a:t> </a:t>
                </a:r>
              </a:p>
            </p:txBody>
          </p:sp>
        </mc:Fallback>
      </mc:AlternateContent>
      <p:graphicFrame>
        <p:nvGraphicFramePr>
          <p:cNvPr id="5" name="Table 4">
            <a:extLst>
              <a:ext uri="{FF2B5EF4-FFF2-40B4-BE49-F238E27FC236}">
                <a16:creationId xmlns:a16="http://schemas.microsoft.com/office/drawing/2014/main" id="{0782CBA0-5396-1780-B2D7-2AD7CA07D9F5}"/>
              </a:ext>
            </a:extLst>
          </p:cNvPr>
          <p:cNvGraphicFramePr>
            <a:graphicFrameLocks noGrp="1"/>
          </p:cNvGraphicFramePr>
          <p:nvPr>
            <p:extLst>
              <p:ext uri="{D42A27DB-BD31-4B8C-83A1-F6EECF244321}">
                <p14:modId xmlns:p14="http://schemas.microsoft.com/office/powerpoint/2010/main" val="3022770881"/>
              </p:ext>
            </p:extLst>
          </p:nvPr>
        </p:nvGraphicFramePr>
        <p:xfrm>
          <a:off x="1340157" y="5048161"/>
          <a:ext cx="6758814" cy="839156"/>
        </p:xfrm>
        <a:graphic>
          <a:graphicData uri="http://schemas.openxmlformats.org/drawingml/2006/table">
            <a:tbl>
              <a:tblPr firstRow="1">
                <a:tableStyleId>{5C22544A-7EE6-4342-B048-85BDC9FD1C3A}</a:tableStyleId>
              </a:tblPr>
              <a:tblGrid>
                <a:gridCol w="1153903">
                  <a:extLst>
                    <a:ext uri="{9D8B030D-6E8A-4147-A177-3AD203B41FA5}">
                      <a16:colId xmlns:a16="http://schemas.microsoft.com/office/drawing/2014/main" val="1567728928"/>
                    </a:ext>
                  </a:extLst>
                </a:gridCol>
                <a:gridCol w="2995199">
                  <a:extLst>
                    <a:ext uri="{9D8B030D-6E8A-4147-A177-3AD203B41FA5}">
                      <a16:colId xmlns:a16="http://schemas.microsoft.com/office/drawing/2014/main" val="1703998601"/>
                    </a:ext>
                  </a:extLst>
                </a:gridCol>
                <a:gridCol w="2609712">
                  <a:extLst>
                    <a:ext uri="{9D8B030D-6E8A-4147-A177-3AD203B41FA5}">
                      <a16:colId xmlns:a16="http://schemas.microsoft.com/office/drawing/2014/main" val="3239488007"/>
                    </a:ext>
                  </a:extLst>
                </a:gridCol>
              </a:tblGrid>
              <a:tr h="419578">
                <a:tc>
                  <a:txBody>
                    <a:bodyPr/>
                    <a:lstStyle/>
                    <a:p>
                      <a:pPr algn="ctr" marL="0" marR="0">
                        <a:spcBef>
                          <a:spcPts val="0"/>
                        </a:spcBef>
                        <a:spcAft>
                          <a:spcPts val="0"/>
                        </a:spcAft>
                      </a:pPr>
                      <a:r>
                        <a:rPr lang="en-US" sz="1600">
                          <a:solidFill>
                            <a:schemeClr val="tx1"/>
                          </a:solidFill>
                          <a:effectLst/>
                        </a:rPr>
                        <a:t> </a:t>
                      </a:r>
                      <a:endParaRPr lang="en-US" sz="16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ctr" marL="0" marR="0">
                        <a:spcBef>
                          <a:spcPts val="0"/>
                        </a:spcBef>
                        <a:spcAft>
                          <a:spcPts val="0"/>
                        </a:spcAft>
                      </a:pPr>
                      <a:r>
                        <a:rPr dirty="0" lang="en-US" sz="1600">
                          <a:solidFill>
                            <a:schemeClr val="tx1"/>
                          </a:solidFill>
                          <a:effectLst/>
                        </a:rPr>
                        <a:t>MAGNITUDE</a:t>
                      </a:r>
                      <a:endParaRPr dirty="0" lang="en-US" sz="16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ctr" marL="0" marR="0">
                        <a:spcBef>
                          <a:spcPts val="0"/>
                        </a:spcBef>
                        <a:spcAft>
                          <a:spcPts val="0"/>
                        </a:spcAft>
                      </a:pPr>
                      <a:r>
                        <a:rPr lang="en-US" sz="1600">
                          <a:solidFill>
                            <a:schemeClr val="tx1"/>
                          </a:solidFill>
                          <a:effectLst/>
                        </a:rPr>
                        <a:t>DIRECTION</a:t>
                      </a:r>
                      <a:endParaRPr lang="en-US" sz="16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extLst>
                  <a:ext uri="{0D108BD9-81ED-4DB2-BD59-A6C34878D82A}">
                    <a16:rowId xmlns:a16="http://schemas.microsoft.com/office/drawing/2014/main" val="2946107199"/>
                  </a:ext>
                </a:extLst>
              </a:tr>
              <a:tr h="419578">
                <a:tc>
                  <a:txBody>
                    <a:bodyPr/>
                    <a:lstStyle/>
                    <a:p>
                      <a:pPr algn="ctr" marL="0" marR="0">
                        <a:spcBef>
                          <a:spcPts val="0"/>
                        </a:spcBef>
                        <a:spcAft>
                          <a:spcPts val="0"/>
                        </a:spcAft>
                      </a:pPr>
                      <a:r>
                        <a:rPr lang="en-US" sz="1600">
                          <a:solidFill>
                            <a:schemeClr val="tx1"/>
                          </a:solidFill>
                          <a:effectLst/>
                        </a:rPr>
                        <a:t>C</a:t>
                      </a:r>
                      <a:r>
                        <a:rPr baseline="-25000" lang="en-US" sz="1600">
                          <a:solidFill>
                            <a:schemeClr val="tx1"/>
                          </a:solidFill>
                          <a:effectLst/>
                        </a:rPr>
                        <a:t>EXP</a:t>
                      </a:r>
                      <a:endParaRPr lang="en-US" sz="16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r" marL="0" marR="0">
                        <a:spcBef>
                          <a:spcPts val="0"/>
                        </a:spcBef>
                        <a:spcAft>
                          <a:spcPts val="0"/>
                        </a:spcAft>
                      </a:pPr>
                      <a:r>
                        <a:rPr dirty="0" lang="en-US" sz="1600">
                          <a:solidFill>
                            <a:schemeClr val="tx1"/>
                          </a:solidFill>
                          <a:effectLst/>
                        </a:rPr>
                        <a:t>_______ </a:t>
                      </a:r>
                      <a:r>
                        <a:rPr dirty="0" lang="en-US" sz="1600">
                          <a:solidFill>
                            <a:schemeClr val="tx1"/>
                          </a:solidFill>
                          <a:effectLst/>
                          <a:sym charset="2" panose="05050102010706020507" pitchFamily="18" typeface="Symbol"/>
                        </a:rPr>
                        <a:t></a:t>
                      </a:r>
                      <a:r>
                        <a:rPr dirty="0" lang="en-US" sz="1600">
                          <a:solidFill>
                            <a:schemeClr val="tx1"/>
                          </a:solidFill>
                          <a:effectLst/>
                        </a:rPr>
                        <a:t> ____   N( ____ %) </a:t>
                      </a:r>
                      <a:endParaRPr dirty="0" lang="en-US" sz="16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r" marL="0" marR="0">
                        <a:spcBef>
                          <a:spcPts val="0"/>
                        </a:spcBef>
                        <a:spcAft>
                          <a:spcPts val="0"/>
                        </a:spcAft>
                      </a:pPr>
                      <a:r>
                        <a:rPr dirty="0" lang="en-US" sz="1600">
                          <a:solidFill>
                            <a:schemeClr val="tx1"/>
                          </a:solidFill>
                          <a:effectLst/>
                        </a:rPr>
                        <a:t>______ </a:t>
                      </a:r>
                      <a:r>
                        <a:rPr dirty="0" lang="en-US" sz="1600">
                          <a:solidFill>
                            <a:schemeClr val="tx1"/>
                          </a:solidFill>
                          <a:effectLst/>
                          <a:sym charset="2" panose="05050102010706020507" pitchFamily="18" typeface="Symbol"/>
                        </a:rPr>
                        <a:t></a:t>
                      </a:r>
                      <a:r>
                        <a:rPr dirty="0" lang="en-US" sz="1600">
                          <a:solidFill>
                            <a:schemeClr val="tx1"/>
                          </a:solidFill>
                          <a:effectLst/>
                        </a:rPr>
                        <a:t> ____ degrees</a:t>
                      </a:r>
                      <a:endParaRPr dirty="0" lang="en-US" sz="16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extLst>
                  <a:ext uri="{0D108BD9-81ED-4DB2-BD59-A6C34878D82A}">
                    <a16:rowId xmlns:a16="http://schemas.microsoft.com/office/drawing/2014/main" val="2579417945"/>
                  </a:ext>
                </a:extLst>
              </a:tr>
            </a:tbl>
          </a:graphicData>
        </a:graphic>
      </p:graphicFrame>
    </p:spTree>
    <p:extLst>
      <p:ext uri="{BB962C8B-B14F-4D97-AF65-F5344CB8AC3E}">
        <p14:creationId xmlns:p14="http://schemas.microsoft.com/office/powerpoint/2010/main" val="2605478033"/>
      </p:ext>
    </p:extLst>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B5AE9-4DB3-1586-505A-89B110282C13}"/>
              </a:ext>
            </a:extLst>
          </p:cNvPr>
          <p:cNvSpPr>
            <a:spLocks noGrp="1"/>
          </p:cNvSpPr>
          <p:nvPr>
            <p:ph type="title"/>
          </p:nvPr>
        </p:nvSpPr>
        <p:spPr/>
        <p:txBody>
          <a:bodyPr/>
          <a:lstStyle/>
          <a:p>
            <a:r>
              <a:rPr dirty="0" lang="en-US">
                <a:solidFill>
                  <a:srgbClr val="1391BC"/>
                </a:solidFill>
              </a:rPr>
              <a:t>Analyzing the Experimental Data 1.</a:t>
            </a:r>
          </a:p>
        </p:txBody>
      </p:sp>
      <mc:AlternateContent xmlns:a14="http://schemas.microsoft.com/office/drawing/2010/main" xmlns:mc="http://schemas.openxmlformats.org/markup-compatibility/2006">
        <mc:Choice Requires="a14">
          <p:sp>
            <p:nvSpPr>
              <p:cNvPr id="3" name="Content Placeholder 2">
                <a:extLst>
                  <a:ext uri="{FF2B5EF4-FFF2-40B4-BE49-F238E27FC236}">
                    <a16:creationId xmlns:a16="http://schemas.microsoft.com/office/drawing/2014/main" id="{CFA3582C-2185-AF0F-4836-7C75958A1FF0}"/>
                  </a:ext>
                </a:extLst>
              </p:cNvPr>
              <p:cNvSpPr>
                <a:spLocks noGrp="1"/>
              </p:cNvSpPr>
              <p:nvPr>
                <p:ph idx="1"/>
              </p:nvPr>
            </p:nvSpPr>
            <p:spPr>
              <a:xfrm>
                <a:off x="677334" y="1474237"/>
                <a:ext cx="8596668" cy="1203649"/>
              </a:xfrm>
            </p:spPr>
            <p:txBody>
              <a:bodyPr/>
              <a:lstStyle/>
              <a:p>
                <a:pPr indent="0" marL="0">
                  <a:buNone/>
                </a:pPr>
                <a:r>
                  <a:rPr dirty="0" lang="en-US"/>
                  <a:t>(</a:t>
                </a:r>
                <a:r>
                  <a:rPr dirty="0" err="1" lang="en-US"/>
                  <a:t>i</a:t>
                </a:r>
                <a:r>
                  <a:rPr dirty="0" lang="en-US"/>
                  <a:t>) Drawing Vectors</a:t>
                </a:r>
              </a:p>
              <a:p>
                <a:pPr indent="0" marL="0">
                  <a:buNone/>
                </a:pPr>
                <a:r>
                  <a:rPr dirty="0" lang="en-US"/>
                  <a:t>	Sketch </a:t>
                </a:r>
                <a14:m>
                  <m:oMath xmlns:m="http://schemas.openxmlformats.org/officeDocument/2006/math">
                    <m:acc>
                      <m:accPr>
                        <m:chr m:val="⃗"/>
                        <m:ctrlPr>
                          <a:rPr b="1" dirty="0" i="1" lang="en-US">
                            <a:solidFill>
                              <a:prstClr val="black">
                                <a:lumMod val="75000"/>
                                <a:lumOff val="25000"/>
                              </a:prstClr>
                            </a:solidFill>
                            <a:latin charset="0" panose="02040503050406030204" pitchFamily="18" typeface="Cambria Math"/>
                          </a:rPr>
                        </m:ctrlPr>
                      </m:accPr>
                      <m:e>
                        <m:r>
                          <a:rPr b="1" dirty="0" i="1" lang="en-US" smtClean="0">
                            <a:solidFill>
                              <a:prstClr val="black">
                                <a:lumMod val="75000"/>
                                <a:lumOff val="25000"/>
                              </a:prstClr>
                            </a:solidFill>
                            <a:latin charset="0" panose="02040503050406030204" pitchFamily="18" typeface="Cambria Math"/>
                          </a:rPr>
                          <m:t>𝑨</m:t>
                        </m:r>
                      </m:e>
                    </m:acc>
                  </m:oMath>
                </a14:m>
                <a:r>
                  <a:rPr dirty="0" lang="en-US"/>
                  <a:t>, </a:t>
                </a:r>
                <a14:m>
                  <m:oMath xmlns:m="http://schemas.openxmlformats.org/officeDocument/2006/math">
                    <m:acc>
                      <m:accPr>
                        <m:chr m:val="⃗"/>
                        <m:ctrlPr>
                          <a:rPr b="1" dirty="0" i="1" lang="en-US">
                            <a:latin charset="0" panose="02040503050406030204" pitchFamily="18" typeface="Cambria Math"/>
                          </a:rPr>
                        </m:ctrlPr>
                      </m:accPr>
                      <m:e>
                        <m:r>
                          <a:rPr b="1" dirty="0" i="1" lang="en-US" smtClean="0">
                            <a:latin charset="0" panose="02040503050406030204" pitchFamily="18" typeface="Cambria Math"/>
                          </a:rPr>
                          <m:t>𝑩</m:t>
                        </m:r>
                      </m:e>
                    </m:acc>
                  </m:oMath>
                </a14:m>
                <a:r>
                  <a:rPr dirty="0" lang="en-US"/>
                  <a:t>, and </a:t>
                </a:r>
                <a14:m>
                  <m:oMath xmlns:m="http://schemas.openxmlformats.org/officeDocument/2006/math">
                    <m:acc>
                      <m:accPr>
                        <m:chr m:val="⃗"/>
                        <m:ctrlPr>
                          <a:rPr b="1" dirty="0" i="1" lang="en-US" smtClean="0">
                            <a:latin charset="0" panose="02040503050406030204" pitchFamily="18" typeface="Cambria Math"/>
                          </a:rPr>
                        </m:ctrlPr>
                      </m:accPr>
                      <m:e>
                        <m:r>
                          <a:rPr b="1" dirty="0" i="1" lang="en-US" smtClean="0">
                            <a:latin charset="0" panose="02040503050406030204" pitchFamily="18" typeface="Cambria Math"/>
                          </a:rPr>
                          <m:t>𝑪</m:t>
                        </m:r>
                      </m:e>
                    </m:acc>
                  </m:oMath>
                </a14:m>
                <a:r>
                  <a:rPr b="1" dirty="0" lang="en-US"/>
                  <a:t> </a:t>
                </a:r>
                <a:r>
                  <a:rPr dirty="0" lang="en-US"/>
                  <a:t>, on the figures below to include their components. 	Depict only one vector on each figure. </a:t>
                </a:r>
              </a:p>
              <a:p>
                <a:endParaRPr dirty="0" lang="en-US"/>
              </a:p>
            </p:txBody>
          </p:sp>
        </mc:Choice>
        <mc:Fallback>
          <p:sp>
            <p:nvSpPr>
              <p:cNvPr id="3" name="Content Placeholder 2">
                <a:extLst>
                  <a:ext uri="{FF2B5EF4-FFF2-40B4-BE49-F238E27FC236}">
                    <a16:creationId xmlns:a16="http://schemas.microsoft.com/office/drawing/2014/main" id="{CFA3582C-2185-AF0F-4836-7C75958A1FF0}"/>
                  </a:ext>
                </a:extLst>
              </p:cNvPr>
              <p:cNvSpPr>
                <a:spLocks noAdjustHandles="1" noChangeArrowheads="1" noChangeAspect="1" noChangeShapeType="1" noEditPoints="1" noGrp="1" noMove="1" noResize="1" noRot="1" noTextEdit="1"/>
              </p:cNvSpPr>
              <p:nvPr>
                <p:ph idx="1"/>
              </p:nvPr>
            </p:nvSpPr>
            <p:spPr>
              <a:xfrm>
                <a:off x="677334" y="1474237"/>
                <a:ext cx="8596668" cy="1203649"/>
              </a:xfrm>
              <a:blipFill>
                <a:blip r:embed="rId2"/>
                <a:stretch>
                  <a:fillRect l="-567" t="-3553"/>
                </a:stretch>
              </a:blipFill>
            </p:spPr>
            <p:txBody>
              <a:bodyPr/>
              <a:lstStyle/>
              <a:p>
                <a:r>
                  <a:rPr lang="en-US">
                    <a:noFill/>
                  </a:rPr>
                  <a:t> </a:t>
                </a:r>
              </a:p>
            </p:txBody>
          </p:sp>
        </mc:Fallback>
      </mc:AlternateContent>
      <p:pic>
        <p:nvPicPr>
          <p:cNvPr descr="?" id="4" name="Picture 3">
            <a:extLst>
              <a:ext uri="{FF2B5EF4-FFF2-40B4-BE49-F238E27FC236}">
                <a16:creationId xmlns:a16="http://schemas.microsoft.com/office/drawing/2014/main" id="{245FD941-3B61-D28A-B96A-C0A23D280F6F}"/>
              </a:ext>
            </a:extLst>
          </p:cNvPr>
          <p:cNvPicPr>
            <a:picLocks noChangeAspect="1"/>
          </p:cNvPicPr>
          <p:nvPr/>
        </p:nvPicPr>
        <p:blipFill>
          <a:blip r:embed="rId3"/>
          <a:stretch>
            <a:fillRect/>
          </a:stretch>
        </p:blipFill>
        <p:spPr>
          <a:xfrm>
            <a:off x="967382" y="3244938"/>
            <a:ext cx="7346194" cy="2698954"/>
          </a:xfrm>
          <a:prstGeom prst="rect">
            <a:avLst/>
          </a:prstGeom>
        </p:spPr>
      </p:pic>
    </p:spTree>
    <p:extLst>
      <p:ext uri="{BB962C8B-B14F-4D97-AF65-F5344CB8AC3E}">
        <p14:creationId xmlns:p14="http://schemas.microsoft.com/office/powerpoint/2010/main" val="98825877"/>
      </p:ext>
    </p:extLst>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A5415-60CE-F42C-AF58-DCDDE4019DF1}"/>
              </a:ext>
            </a:extLst>
          </p:cNvPr>
          <p:cNvSpPr>
            <a:spLocks noGrp="1"/>
          </p:cNvSpPr>
          <p:nvPr>
            <p:ph type="title"/>
          </p:nvPr>
        </p:nvSpPr>
        <p:spPr>
          <a:xfrm>
            <a:off x="677334" y="73089"/>
            <a:ext cx="8596668" cy="762000"/>
          </a:xfrm>
        </p:spPr>
        <p:txBody>
          <a:bodyPr/>
          <a:lstStyle/>
          <a:p>
            <a:r>
              <a:rPr dirty="0" lang="en-US">
                <a:solidFill>
                  <a:srgbClr val="1391BC"/>
                </a:solidFill>
              </a:rPr>
              <a:t>Analyzing the Experimental Data, </a:t>
            </a:r>
            <a:r>
              <a:rPr dirty="0" err="1" lang="en-US">
                <a:solidFill>
                  <a:srgbClr val="1391BC"/>
                </a:solidFill>
              </a:rPr>
              <a:t>Cont</a:t>
            </a:r>
            <a:endParaRPr dirty="0" lang="en-US"/>
          </a:p>
        </p:txBody>
      </p:sp>
      <mc:AlternateContent xmlns:a14="http://schemas.microsoft.com/office/drawing/2010/main" xmlns:mc="http://schemas.openxmlformats.org/markup-compatibility/2006">
        <mc:Choice Requires="a14">
          <p:sp>
            <p:nvSpPr>
              <p:cNvPr id="3" name="Content Placeholder 2">
                <a:extLst>
                  <a:ext uri="{FF2B5EF4-FFF2-40B4-BE49-F238E27FC236}">
                    <a16:creationId xmlns:a16="http://schemas.microsoft.com/office/drawing/2014/main" id="{03378B73-C35C-5E56-37A6-48EEF8D9A7A7}"/>
                  </a:ext>
                </a:extLst>
              </p:cNvPr>
              <p:cNvSpPr>
                <a:spLocks noGrp="1"/>
              </p:cNvSpPr>
              <p:nvPr>
                <p:ph idx="1"/>
              </p:nvPr>
            </p:nvSpPr>
            <p:spPr>
              <a:xfrm>
                <a:off x="677334" y="835089"/>
                <a:ext cx="8961966" cy="3632135"/>
              </a:xfrm>
            </p:spPr>
            <p:txBody>
              <a:bodyPr>
                <a:normAutofit fontScale="92500" lnSpcReduction="10000"/>
              </a:bodyPr>
              <a:lstStyle/>
              <a:p>
                <a:pPr indent="0" marL="0">
                  <a:buNone/>
                </a:pPr>
                <a:r>
                  <a:rPr dirty="0" lang="en-US" sz="1900"/>
                  <a:t>(ii) Calculations</a:t>
                </a:r>
              </a:p>
              <a:p>
                <a:pPr indent="0" marL="0">
                  <a:buNone/>
                </a:pPr>
                <a:r>
                  <a:rPr dirty="0" lang="en-US" sz="1900"/>
                  <a:t>		Calculate the magnitude and direction of </a:t>
                </a:r>
                <a14:m>
                  <m:oMath xmlns:m="http://schemas.openxmlformats.org/officeDocument/2006/math">
                    <m:acc>
                      <m:accPr>
                        <m:chr m:val="⃗"/>
                        <m:ctrlPr>
                          <a:rPr b="1" dirty="0" i="1" lang="en-US" smtClean="0" sz="1900">
                            <a:latin charset="0" panose="02040503050406030204" pitchFamily="18" typeface="Cambria Math"/>
                          </a:rPr>
                        </m:ctrlPr>
                      </m:accPr>
                      <m:e>
                        <m:r>
                          <a:rPr b="1" dirty="0" i="1" lang="en-US" smtClean="0" sz="1900">
                            <a:latin charset="0" panose="02040503050406030204" pitchFamily="18" typeface="Cambria Math"/>
                          </a:rPr>
                          <m:t>𝑪</m:t>
                        </m:r>
                      </m:e>
                    </m:acc>
                  </m:oMath>
                </a14:m>
                <a:r>
                  <a:rPr dirty="0" lang="en-US" sz="1900"/>
                  <a:t> (</a:t>
                </a:r>
                <a14:m>
                  <m:oMath xmlns:m="http://schemas.openxmlformats.org/officeDocument/2006/math">
                    <m:sSub>
                      <m:sSubPr>
                        <m:ctrlPr>
                          <a:rPr dirty="0" i="1" lang="en-US" smtClean="0" sz="1900">
                            <a:latin charset="0" panose="02040503050406030204" pitchFamily="18" typeface="Cambria Math"/>
                          </a:rPr>
                        </m:ctrlPr>
                      </m:sSubPr>
                      <m:e>
                        <m:acc>
                          <m:accPr>
                            <m:chr m:val="⃗"/>
                            <m:ctrlPr>
                              <a:rPr b="1" dirty="0" i="1" lang="en-US" smtClean="0" sz="1900">
                                <a:latin charset="0" panose="02040503050406030204" pitchFamily="18" typeface="Cambria Math"/>
                              </a:rPr>
                            </m:ctrlPr>
                          </m:accPr>
                          <m:e>
                            <m:r>
                              <a:rPr b="1" dirty="0" i="1" lang="en-US" smtClean="0" sz="1900">
                                <a:latin charset="0" panose="02040503050406030204" pitchFamily="18" typeface="Cambria Math"/>
                              </a:rPr>
                              <m:t>𝑪</m:t>
                            </m:r>
                          </m:e>
                        </m:acc>
                      </m:e>
                      <m:sub>
                        <m:r>
                          <a:rPr b="0" dirty="0" i="1" lang="en-US" smtClean="0" sz="1900">
                            <a:latin charset="0" panose="02040503050406030204" pitchFamily="18" typeface="Cambria Math"/>
                          </a:rPr>
                          <m:t>𝐶𝐴𝐿</m:t>
                        </m:r>
                      </m:sub>
                    </m:sSub>
                  </m:oMath>
                </a14:m>
                <a:r>
                  <a:rPr dirty="0" lang="en-US" sz="1900"/>
                  <a:t>) using the formulas,</a:t>
                </a:r>
                <a:r>
                  <a:rPr dirty="0" lang="en-US" sz="1900">
                    <a:solidFill>
                      <a:schemeClr val="tx1"/>
                    </a:solidFill>
                  </a:rPr>
                  <a:t> 	</a:t>
                </a:r>
              </a:p>
              <a:p>
                <a:pPr indent="0" marL="0">
                  <a:buNone/>
                </a:pPr>
                <a:r>
                  <a:rPr dirty="0" lang="en-US" sz="1900">
                    <a:solidFill>
                      <a:schemeClr val="tx1"/>
                    </a:solidFill>
                  </a:rPr>
                  <a:t>		</a:t>
                </a:r>
                <a14:m>
                  <m:oMath xmlns:m="http://schemas.openxmlformats.org/officeDocument/2006/math">
                    <m:d>
                      <m:dPr>
                        <m:begChr m:val="|"/>
                        <m:endChr m:val="|"/>
                        <m:ctrlPr>
                          <a:rPr i="1" lang="en-US" sz="1900">
                            <a:solidFill>
                              <a:schemeClr val="tx1"/>
                            </a:solidFill>
                            <a:latin charset="0" panose="02040503050406030204" pitchFamily="18" typeface="Cambria Math"/>
                          </a:rPr>
                        </m:ctrlPr>
                      </m:dPr>
                      <m:e>
                        <m:r>
                          <a:rPr i="1" lang="en-US" sz="1900">
                            <a:solidFill>
                              <a:schemeClr val="tx1"/>
                            </a:solidFill>
                            <a:latin typeface="Cambria Math"/>
                          </a:rPr>
                          <m:t>𝐶</m:t>
                        </m:r>
                      </m:e>
                    </m:d>
                    <m:r>
                      <a:rPr i="1" lang="en-US" sz="1900">
                        <a:solidFill>
                          <a:schemeClr val="tx1"/>
                        </a:solidFill>
                        <a:latin typeface="Cambria Math"/>
                      </a:rPr>
                      <m:t>=</m:t>
                    </m:r>
                    <m:rad>
                      <m:radPr>
                        <m:degHide m:val="on"/>
                        <m:ctrlPr>
                          <a:rPr i="1" lang="en-US" sz="1900">
                            <a:solidFill>
                              <a:schemeClr val="tx1"/>
                            </a:solidFill>
                            <a:latin charset="0" panose="02040503050406030204" pitchFamily="18" typeface="Cambria Math"/>
                          </a:rPr>
                        </m:ctrlPr>
                      </m:radPr>
                      <m:deg/>
                      <m:e>
                        <m:sSubSup>
                          <m:sSubSupPr>
                            <m:ctrlPr>
                              <a:rPr i="1" lang="en-US" sz="1900">
                                <a:solidFill>
                                  <a:schemeClr val="tx1"/>
                                </a:solidFill>
                                <a:latin charset="0" panose="02040503050406030204" pitchFamily="18" typeface="Cambria Math"/>
                              </a:rPr>
                            </m:ctrlPr>
                          </m:sSubSupPr>
                          <m:e>
                            <m:r>
                              <a:rPr i="1" lang="en-US" sz="1900">
                                <a:solidFill>
                                  <a:schemeClr val="tx1"/>
                                </a:solidFill>
                                <a:latin typeface="Cambria Math"/>
                              </a:rPr>
                              <m:t>𝐶</m:t>
                            </m:r>
                          </m:e>
                          <m:sub>
                            <m:r>
                              <a:rPr i="1" lang="en-US" sz="1900">
                                <a:solidFill>
                                  <a:schemeClr val="tx1"/>
                                </a:solidFill>
                                <a:latin typeface="Cambria Math"/>
                              </a:rPr>
                              <m:t>𝑥</m:t>
                            </m:r>
                          </m:sub>
                          <m:sup>
                            <m:r>
                              <a:rPr i="1" lang="en-US" sz="1900">
                                <a:solidFill>
                                  <a:schemeClr val="tx1"/>
                                </a:solidFill>
                                <a:latin typeface="Cambria Math"/>
                              </a:rPr>
                              <m:t>2</m:t>
                            </m:r>
                          </m:sup>
                        </m:sSubSup>
                        <m:r>
                          <a:rPr i="1" lang="en-US" sz="1900">
                            <a:solidFill>
                              <a:schemeClr val="tx1"/>
                            </a:solidFill>
                            <a:latin typeface="Cambria Math"/>
                          </a:rPr>
                          <m:t>+</m:t>
                        </m:r>
                        <m:sSubSup>
                          <m:sSubSupPr>
                            <m:ctrlPr>
                              <a:rPr i="1" lang="en-US" sz="1900">
                                <a:solidFill>
                                  <a:schemeClr val="tx1"/>
                                </a:solidFill>
                                <a:latin charset="0" panose="02040503050406030204" pitchFamily="18" typeface="Cambria Math"/>
                              </a:rPr>
                            </m:ctrlPr>
                          </m:sSubSupPr>
                          <m:e>
                            <m:r>
                              <a:rPr i="1" lang="en-US" sz="1900">
                                <a:solidFill>
                                  <a:schemeClr val="tx1"/>
                                </a:solidFill>
                                <a:latin typeface="Cambria Math"/>
                              </a:rPr>
                              <m:t>𝐶</m:t>
                            </m:r>
                          </m:e>
                          <m:sub>
                            <m:r>
                              <a:rPr i="1" lang="en-US" sz="1900">
                                <a:solidFill>
                                  <a:schemeClr val="tx1"/>
                                </a:solidFill>
                                <a:latin typeface="Cambria Math"/>
                              </a:rPr>
                              <m:t>𝑦</m:t>
                            </m:r>
                          </m:sub>
                          <m:sup>
                            <m:r>
                              <a:rPr i="1" lang="en-US" sz="1900">
                                <a:solidFill>
                                  <a:schemeClr val="tx1"/>
                                </a:solidFill>
                                <a:latin typeface="Cambria Math"/>
                              </a:rPr>
                              <m:t>2</m:t>
                            </m:r>
                          </m:sup>
                        </m:sSubSup>
                      </m:e>
                    </m:rad>
                  </m:oMath>
                </a14:m>
                <a:r>
                  <a:rPr dirty="0" lang="en-US" sz="1900"/>
                  <a:t> , </a:t>
                </a:r>
                <a14:m>
                  <m:oMath xmlns:m="http://schemas.openxmlformats.org/officeDocument/2006/math">
                    <m:r>
                      <a:rPr i="1" lang="en-US" sz="1900">
                        <a:solidFill>
                          <a:schemeClr val="tx1"/>
                        </a:solidFill>
                        <a:latin typeface="Cambria Math"/>
                      </a:rPr>
                      <m:t>Ø=</m:t>
                    </m:r>
                    <m:sSup>
                      <m:sSupPr>
                        <m:ctrlPr>
                          <a:rPr i="1" lang="en-US" sz="1900">
                            <a:solidFill>
                              <a:schemeClr val="tx1"/>
                            </a:solidFill>
                            <a:latin charset="0" panose="02040503050406030204" pitchFamily="18" typeface="Cambria Math"/>
                          </a:rPr>
                        </m:ctrlPr>
                      </m:sSupPr>
                      <m:e>
                        <m:r>
                          <a:rPr i="1" lang="en-US" sz="1900">
                            <a:solidFill>
                              <a:schemeClr val="tx1"/>
                            </a:solidFill>
                            <a:latin typeface="Cambria Math"/>
                          </a:rPr>
                          <m:t>𝑡𝑎𝑛</m:t>
                        </m:r>
                      </m:e>
                      <m:sup>
                        <m:r>
                          <a:rPr i="1" lang="en-US" sz="1900">
                            <a:solidFill>
                              <a:schemeClr val="tx1"/>
                            </a:solidFill>
                            <a:latin typeface="Cambria Math"/>
                          </a:rPr>
                          <m:t>−1</m:t>
                        </m:r>
                      </m:sup>
                    </m:sSup>
                    <m:d>
                      <m:dPr>
                        <m:ctrlPr>
                          <a:rPr i="1" lang="en-US" sz="1900">
                            <a:solidFill>
                              <a:schemeClr val="tx1"/>
                            </a:solidFill>
                            <a:latin charset="0" panose="02040503050406030204" pitchFamily="18" typeface="Cambria Math"/>
                          </a:rPr>
                        </m:ctrlPr>
                      </m:dPr>
                      <m:e>
                        <m:f>
                          <m:fPr>
                            <m:ctrlPr>
                              <a:rPr i="1" lang="en-US" sz="1900">
                                <a:solidFill>
                                  <a:schemeClr val="tx1"/>
                                </a:solidFill>
                                <a:latin charset="0" panose="02040503050406030204" pitchFamily="18" typeface="Cambria Math"/>
                              </a:rPr>
                            </m:ctrlPr>
                          </m:fPr>
                          <m:num>
                            <m:sSub>
                              <m:sSubPr>
                                <m:ctrlPr>
                                  <a:rPr i="1" lang="en-US" sz="1900">
                                    <a:solidFill>
                                      <a:schemeClr val="tx1"/>
                                    </a:solidFill>
                                    <a:latin charset="0" panose="02040503050406030204" pitchFamily="18" typeface="Cambria Math"/>
                                  </a:rPr>
                                </m:ctrlPr>
                              </m:sSubPr>
                              <m:e>
                                <m:r>
                                  <a:rPr i="1" lang="en-US" sz="1900">
                                    <a:solidFill>
                                      <a:schemeClr val="tx1"/>
                                    </a:solidFill>
                                    <a:latin typeface="Cambria Math"/>
                                  </a:rPr>
                                  <m:t>𝐶</m:t>
                                </m:r>
                              </m:e>
                              <m:sub>
                                <m:r>
                                  <a:rPr i="1" lang="en-US" sz="1900">
                                    <a:solidFill>
                                      <a:schemeClr val="tx1"/>
                                    </a:solidFill>
                                    <a:latin typeface="Cambria Math"/>
                                  </a:rPr>
                                  <m:t>𝑦</m:t>
                                </m:r>
                              </m:sub>
                            </m:sSub>
                          </m:num>
                          <m:den>
                            <m:sSub>
                              <m:sSubPr>
                                <m:ctrlPr>
                                  <a:rPr i="1" lang="en-US" sz="1900">
                                    <a:solidFill>
                                      <a:schemeClr val="tx1"/>
                                    </a:solidFill>
                                    <a:latin charset="0" panose="02040503050406030204" pitchFamily="18" typeface="Cambria Math"/>
                                  </a:rPr>
                                </m:ctrlPr>
                              </m:sSubPr>
                              <m:e>
                                <m:r>
                                  <a:rPr i="1" lang="en-US" sz="1900">
                                    <a:solidFill>
                                      <a:schemeClr val="tx1"/>
                                    </a:solidFill>
                                    <a:latin typeface="Cambria Math"/>
                                  </a:rPr>
                                  <m:t>𝐶</m:t>
                                </m:r>
                              </m:e>
                              <m:sub>
                                <m:r>
                                  <a:rPr i="1" lang="en-US" sz="1900">
                                    <a:solidFill>
                                      <a:schemeClr val="tx1"/>
                                    </a:solidFill>
                                    <a:latin typeface="Cambria Math"/>
                                  </a:rPr>
                                  <m:t>𝑥</m:t>
                                </m:r>
                              </m:sub>
                            </m:sSub>
                          </m:den>
                        </m:f>
                      </m:e>
                    </m:d>
                  </m:oMath>
                </a14:m>
                <a:r>
                  <a:rPr dirty="0" lang="en-US" sz="1900">
                    <a:solidFill>
                      <a:schemeClr val="tx1"/>
                    </a:solidFill>
                    <a:latin charset="0" pitchFamily="18" typeface="Times New Roman"/>
                    <a:cs charset="0" pitchFamily="18" typeface="Times New Roman"/>
                  </a:rPr>
                  <a:t> </a:t>
                </a:r>
                <a:r>
                  <a:rPr dirty="0" lang="en-US" sz="1900"/>
                  <a:t>where </a:t>
                </a:r>
                <a14:m>
                  <m:oMath xmlns:m="http://schemas.openxmlformats.org/officeDocument/2006/math">
                    <m:sSub>
                      <m:sSubPr>
                        <m:ctrlPr>
                          <a:rPr dirty="0" i="1" lang="en-US" smtClean="0" sz="1900">
                            <a:latin charset="0" panose="02040503050406030204" pitchFamily="18" typeface="Cambria Math"/>
                          </a:rPr>
                        </m:ctrlPr>
                      </m:sSubPr>
                      <m:e>
                        <m:r>
                          <a:rPr b="0" dirty="0" i="1" lang="en-US" smtClean="0" sz="1900">
                            <a:latin charset="0" panose="02040503050406030204" pitchFamily="18" typeface="Cambria Math"/>
                          </a:rPr>
                          <m:t>𝐶</m:t>
                        </m:r>
                      </m:e>
                      <m:sub>
                        <m:r>
                          <a:rPr b="0" dirty="0" i="1" lang="en-US" smtClean="0" sz="1900">
                            <a:latin charset="0" panose="02040503050406030204" pitchFamily="18" typeface="Cambria Math"/>
                          </a:rPr>
                          <m:t>𝑥</m:t>
                        </m:r>
                      </m:sub>
                    </m:sSub>
                    <m:r>
                      <a:rPr dirty="0" i="1" lang="en-US" smtClean="0" sz="1900">
                        <a:latin charset="0" panose="02040503050406030204" pitchFamily="18" typeface="Cambria Math"/>
                      </a:rPr>
                      <m:t> = −</m:t>
                    </m:r>
                    <m:sSub>
                      <m:sSubPr>
                        <m:ctrlPr>
                          <a:rPr dirty="0" i="1" lang="en-US" sz="1900">
                            <a:latin charset="0" panose="02040503050406030204" pitchFamily="18" typeface="Cambria Math"/>
                          </a:rPr>
                        </m:ctrlPr>
                      </m:sSubPr>
                      <m:e>
                        <m:r>
                          <a:rPr b="0" dirty="0" i="1" lang="en-US" smtClean="0" sz="1900">
                            <a:latin charset="0" panose="02040503050406030204" pitchFamily="18" typeface="Cambria Math"/>
                          </a:rPr>
                          <m:t>𝐴</m:t>
                        </m:r>
                      </m:e>
                      <m:sub>
                        <m:r>
                          <a:rPr dirty="0" i="1" lang="en-US" sz="1900">
                            <a:latin charset="0" panose="02040503050406030204" pitchFamily="18" typeface="Cambria Math"/>
                          </a:rPr>
                          <m:t>𝑥</m:t>
                        </m:r>
                      </m:sub>
                    </m:sSub>
                    <m:r>
                      <a:rPr dirty="0" i="1" lang="en-US" smtClean="0" sz="1900">
                        <a:latin charset="0" panose="02040503050406030204" pitchFamily="18" typeface="Cambria Math"/>
                      </a:rPr>
                      <m:t>−</m:t>
                    </m:r>
                    <m:sSub>
                      <m:sSubPr>
                        <m:ctrlPr>
                          <a:rPr dirty="0" i="1" lang="en-US" sz="1900">
                            <a:latin charset="0" panose="02040503050406030204" pitchFamily="18" typeface="Cambria Math"/>
                          </a:rPr>
                        </m:ctrlPr>
                      </m:sSubPr>
                      <m:e>
                        <m:r>
                          <a:rPr b="0" dirty="0" i="1" lang="en-US" smtClean="0" sz="1900">
                            <a:latin charset="0" panose="02040503050406030204" pitchFamily="18" typeface="Cambria Math"/>
                          </a:rPr>
                          <m:t>𝐵</m:t>
                        </m:r>
                      </m:e>
                      <m:sub>
                        <m:r>
                          <a:rPr dirty="0" i="1" lang="en-US" sz="1900">
                            <a:latin charset="0" panose="02040503050406030204" pitchFamily="18" typeface="Cambria Math"/>
                          </a:rPr>
                          <m:t>𝑥</m:t>
                        </m:r>
                      </m:sub>
                    </m:sSub>
                    <m:r>
                      <a:rPr dirty="0" i="1" lang="en-US" smtClean="0" sz="1900">
                        <a:latin charset="0" panose="02040503050406030204" pitchFamily="18" typeface="Cambria Math"/>
                      </a:rPr>
                      <m:t> </m:t>
                    </m:r>
                  </m:oMath>
                </a14:m>
                <a:r>
                  <a:rPr dirty="0" lang="en-US" sz="1900"/>
                  <a:t>and </a:t>
                </a:r>
              </a:p>
              <a:p>
                <a:pPr indent="0" marL="0">
                  <a:buNone/>
                </a:pPr>
                <a:r>
                  <a:rPr dirty="0" lang="en-US" sz="1900"/>
                  <a:t>		</a:t>
                </a:r>
                <a14:m>
                  <m:oMath xmlns:m="http://schemas.openxmlformats.org/officeDocument/2006/math">
                    <m:sSub>
                      <m:sSubPr>
                        <m:ctrlPr>
                          <a:rPr dirty="0" i="1" lang="en-US" sz="1900">
                            <a:latin charset="0" panose="02040503050406030204" pitchFamily="18" typeface="Cambria Math"/>
                          </a:rPr>
                        </m:ctrlPr>
                      </m:sSubPr>
                      <m:e>
                        <m:r>
                          <a:rPr dirty="0" i="1" lang="en-US" sz="1900">
                            <a:latin charset="0" panose="02040503050406030204" pitchFamily="18" typeface="Cambria Math"/>
                          </a:rPr>
                          <m:t>𝐶</m:t>
                        </m:r>
                      </m:e>
                      <m:sub>
                        <m:r>
                          <a:rPr b="0" dirty="0" i="1" lang="en-US" smtClean="0" sz="1900">
                            <a:latin charset="0" panose="02040503050406030204" pitchFamily="18" typeface="Cambria Math"/>
                          </a:rPr>
                          <m:t>𝑦</m:t>
                        </m:r>
                      </m:sub>
                    </m:sSub>
                    <m:r>
                      <a:rPr b="0" dirty="0" i="1" lang="en-US" smtClean="0" sz="1900">
                        <a:latin charset="0" panose="02040503050406030204" pitchFamily="18" typeface="Cambria Math"/>
                      </a:rPr>
                      <m:t>=</m:t>
                    </m:r>
                    <m:sSub>
                      <m:sSubPr>
                        <m:ctrlPr>
                          <a:rPr dirty="0" i="1" lang="en-US" sz="1900">
                            <a:latin charset="0" panose="02040503050406030204" pitchFamily="18" typeface="Cambria Math"/>
                          </a:rPr>
                        </m:ctrlPr>
                      </m:sSubPr>
                      <m:e>
                        <m:r>
                          <a:rPr b="0" dirty="0" i="1" lang="en-US" smtClean="0" sz="1900">
                            <a:latin charset="0" panose="02040503050406030204" pitchFamily="18" typeface="Cambria Math"/>
                          </a:rPr>
                          <m:t>−</m:t>
                        </m:r>
                        <m:r>
                          <a:rPr b="0" dirty="0" i="1" lang="en-US" smtClean="0" sz="1900">
                            <a:latin charset="0" panose="02040503050406030204" pitchFamily="18" typeface="Cambria Math"/>
                          </a:rPr>
                          <m:t>𝐴</m:t>
                        </m:r>
                      </m:e>
                      <m:sub>
                        <m:r>
                          <a:rPr b="0" dirty="0" i="1" lang="en-US" smtClean="0" sz="1900">
                            <a:latin charset="0" panose="02040503050406030204" pitchFamily="18" typeface="Cambria Math"/>
                          </a:rPr>
                          <m:t>𝑦</m:t>
                        </m:r>
                      </m:sub>
                    </m:sSub>
                    <m:r>
                      <a:rPr b="0" dirty="0" i="0" lang="en-US" smtClean="0" sz="1900">
                        <a:latin charset="0" panose="02040503050406030204" pitchFamily="18" typeface="Cambria Math"/>
                      </a:rPr>
                      <m:t>−</m:t>
                    </m:r>
                    <m:sSub>
                      <m:sSubPr>
                        <m:ctrlPr>
                          <a:rPr dirty="0" i="1" lang="en-US" smtClean="0" sz="1900">
                            <a:latin charset="0" panose="02040503050406030204" pitchFamily="18" typeface="Cambria Math"/>
                          </a:rPr>
                        </m:ctrlPr>
                      </m:sSubPr>
                      <m:e>
                        <m:r>
                          <a:rPr b="0" dirty="0" i="1" lang="en-US" smtClean="0" sz="1900">
                            <a:latin charset="0" panose="02040503050406030204" pitchFamily="18" typeface="Cambria Math"/>
                          </a:rPr>
                          <m:t>𝐵</m:t>
                        </m:r>
                      </m:e>
                      <m:sub>
                        <m:r>
                          <a:rPr b="0" dirty="0" i="1" lang="en-US" smtClean="0" sz="1900">
                            <a:latin charset="0" panose="02040503050406030204" pitchFamily="18" typeface="Cambria Math"/>
                          </a:rPr>
                          <m:t>𝑦</m:t>
                        </m:r>
                      </m:sub>
                    </m:sSub>
                  </m:oMath>
                </a14:m>
                <a:r>
                  <a:rPr dirty="0" lang="en-US" sz="1900"/>
                  <a:t>. Enter the values in the Vector Table (see Next Page).</a:t>
                </a:r>
              </a:p>
              <a:p>
                <a:pPr indent="0" marL="0">
                  <a:buNone/>
                </a:pPr>
                <a:r>
                  <a:rPr dirty="0" lang="en-US" sz="1900"/>
                  <a:t>		Next enter the your experimentally measured magnitude and direction</a:t>
                </a:r>
              </a:p>
              <a:p>
                <a:pPr indent="0" marL="0">
                  <a:buNone/>
                </a:pPr>
                <a:r>
                  <a:rPr dirty="0" lang="en-US" sz="1900"/>
                  <a:t>		of </a:t>
                </a:r>
                <a14:m>
                  <m:oMath xmlns:m="http://schemas.openxmlformats.org/officeDocument/2006/math">
                    <m:sSub>
                      <m:sSubPr>
                        <m:ctrlPr>
                          <a:rPr dirty="0" i="1" lang="en-US" smtClean="0" sz="1900">
                            <a:latin charset="0" panose="02040503050406030204" pitchFamily="18" typeface="Cambria Math"/>
                          </a:rPr>
                        </m:ctrlPr>
                      </m:sSubPr>
                      <m:e>
                        <m:acc>
                          <m:accPr>
                            <m:chr m:val="⃗"/>
                            <m:ctrlPr>
                              <a:rPr dirty="0" i="1" lang="en-US" smtClean="0" sz="1900">
                                <a:latin charset="0" panose="02040503050406030204" pitchFamily="18" typeface="Cambria Math"/>
                              </a:rPr>
                            </m:ctrlPr>
                          </m:accPr>
                          <m:e>
                            <m:r>
                              <a:rPr b="1" dirty="0" i="1" lang="en-US" smtClean="0" sz="1900">
                                <a:latin charset="0" panose="02040503050406030204" pitchFamily="18" typeface="Cambria Math"/>
                              </a:rPr>
                              <m:t>𝑪</m:t>
                            </m:r>
                          </m:e>
                        </m:acc>
                      </m:e>
                      <m:sub>
                        <m:r>
                          <a:rPr b="0" dirty="0" i="1" lang="en-US" smtClean="0" sz="1900">
                            <a:latin charset="0" panose="02040503050406030204" pitchFamily="18" typeface="Cambria Math"/>
                          </a:rPr>
                          <m:t>𝐸𝑋𝑃</m:t>
                        </m:r>
                      </m:sub>
                    </m:sSub>
                  </m:oMath>
                </a14:m>
                <a:r>
                  <a:rPr dirty="0" lang="en-US" sz="1900"/>
                  <a:t> from step 3 and calculate % Difference (</a:t>
                </a:r>
                <a:r>
                  <a:rPr dirty="0" lang="en-US"/>
                  <a:t> </a:t>
                </a:r>
                <a14:m>
                  <m:oMath xmlns:m="http://schemas.openxmlformats.org/officeDocument/2006/math">
                    <m:r>
                      <a:rPr i="1" lang="en-US">
                        <a:latin charset="0" panose="02040503050406030204" pitchFamily="18" typeface="Cambria Math"/>
                      </a:rPr>
                      <m:t>=</m:t>
                    </m:r>
                    <m:f>
                      <m:fPr>
                        <m:ctrlPr>
                          <a:rPr i="1" lang="en-US">
                            <a:latin charset="0" panose="02040503050406030204" pitchFamily="18" typeface="Cambria Math"/>
                          </a:rPr>
                        </m:ctrlPr>
                      </m:fPr>
                      <m:num>
                        <m:d>
                          <m:dPr>
                            <m:begChr m:val="|"/>
                            <m:endChr m:val="|"/>
                            <m:ctrlPr>
                              <a:rPr i="1" lang="en-US">
                                <a:latin charset="0" panose="02040503050406030204" pitchFamily="18" typeface="Cambria Math"/>
                              </a:rPr>
                            </m:ctrlPr>
                          </m:dPr>
                          <m:e>
                            <m:sSub>
                              <m:sSubPr>
                                <m:ctrlPr>
                                  <a:rPr i="1" lang="en-US">
                                    <a:latin charset="0" panose="02040503050406030204" pitchFamily="18" typeface="Cambria Math"/>
                                  </a:rPr>
                                </m:ctrlPr>
                              </m:sSubPr>
                              <m:e>
                                <m:r>
                                  <a:rPr i="1" lang="en-US">
                                    <a:latin charset="0" panose="02040503050406030204" pitchFamily="18" typeface="Cambria Math"/>
                                  </a:rPr>
                                  <m:t>𝐶</m:t>
                                </m:r>
                              </m:e>
                              <m:sub>
                                <m:r>
                                  <a:rPr i="1" lang="en-US">
                                    <a:latin charset="0" panose="02040503050406030204" pitchFamily="18" typeface="Cambria Math"/>
                                  </a:rPr>
                                  <m:t>𝐶𝐴𝐿</m:t>
                                </m:r>
                              </m:sub>
                            </m:sSub>
                            <m:r>
                              <a:rPr i="1" lang="en-US">
                                <a:latin charset="0" panose="02040503050406030204" pitchFamily="18" typeface="Cambria Math"/>
                              </a:rPr>
                              <m:t>−</m:t>
                            </m:r>
                            <m:sSub>
                              <m:sSubPr>
                                <m:ctrlPr>
                                  <a:rPr i="1" lang="en-US">
                                    <a:latin charset="0" panose="02040503050406030204" pitchFamily="18" typeface="Cambria Math"/>
                                  </a:rPr>
                                </m:ctrlPr>
                              </m:sSubPr>
                              <m:e>
                                <m:r>
                                  <a:rPr i="1" lang="en-US">
                                    <a:latin charset="0" panose="02040503050406030204" pitchFamily="18" typeface="Cambria Math"/>
                                  </a:rPr>
                                  <m:t>𝐶</m:t>
                                </m:r>
                              </m:e>
                              <m:sub>
                                <m:r>
                                  <a:rPr i="1" lang="en-US">
                                    <a:latin charset="0" panose="02040503050406030204" pitchFamily="18" typeface="Cambria Math"/>
                                  </a:rPr>
                                  <m:t>𝐸𝑋𝑃</m:t>
                                </m:r>
                              </m:sub>
                            </m:sSub>
                          </m:e>
                        </m:d>
                      </m:num>
                      <m:den>
                        <m:f>
                          <m:fPr>
                            <m:ctrlPr>
                              <a:rPr i="1" lang="en-US">
                                <a:latin charset="0" panose="02040503050406030204" pitchFamily="18" typeface="Cambria Math"/>
                              </a:rPr>
                            </m:ctrlPr>
                          </m:fPr>
                          <m:num>
                            <m:r>
                              <a:rPr i="1" lang="en-US">
                                <a:latin charset="0" panose="02040503050406030204" pitchFamily="18" typeface="Cambria Math"/>
                              </a:rPr>
                              <m:t>1</m:t>
                            </m:r>
                          </m:num>
                          <m:den>
                            <m:r>
                              <a:rPr i="1" lang="en-US">
                                <a:latin charset="0" panose="02040503050406030204" pitchFamily="18" typeface="Cambria Math"/>
                              </a:rPr>
                              <m:t>2</m:t>
                            </m:r>
                          </m:den>
                        </m:f>
                        <m:d>
                          <m:dPr>
                            <m:ctrlPr>
                              <a:rPr i="1" lang="en-US">
                                <a:latin charset="0" panose="02040503050406030204" pitchFamily="18" typeface="Cambria Math"/>
                              </a:rPr>
                            </m:ctrlPr>
                          </m:dPr>
                          <m:e>
                            <m:sSub>
                              <m:sSubPr>
                                <m:ctrlPr>
                                  <a:rPr i="1" lang="en-US">
                                    <a:latin charset="0" panose="02040503050406030204" pitchFamily="18" typeface="Cambria Math"/>
                                  </a:rPr>
                                </m:ctrlPr>
                              </m:sSubPr>
                              <m:e>
                                <m:r>
                                  <a:rPr i="1" lang="en-US">
                                    <a:latin charset="0" panose="02040503050406030204" pitchFamily="18" typeface="Cambria Math"/>
                                  </a:rPr>
                                  <m:t>𝐶</m:t>
                                </m:r>
                              </m:e>
                              <m:sub>
                                <m:r>
                                  <a:rPr i="1" lang="en-US">
                                    <a:latin charset="0" panose="02040503050406030204" pitchFamily="18" typeface="Cambria Math"/>
                                  </a:rPr>
                                  <m:t>𝐶𝐴𝐿</m:t>
                                </m:r>
                              </m:sub>
                            </m:sSub>
                            <m:r>
                              <a:rPr i="1" lang="en-US">
                                <a:latin charset="0" panose="02040503050406030204" pitchFamily="18" typeface="Cambria Math"/>
                              </a:rPr>
                              <m:t>+</m:t>
                            </m:r>
                            <m:sSub>
                              <m:sSubPr>
                                <m:ctrlPr>
                                  <a:rPr i="1" lang="en-US">
                                    <a:latin charset="0" panose="02040503050406030204" pitchFamily="18" typeface="Cambria Math"/>
                                  </a:rPr>
                                </m:ctrlPr>
                              </m:sSubPr>
                              <m:e>
                                <m:r>
                                  <a:rPr i="1" lang="en-US">
                                    <a:latin charset="0" panose="02040503050406030204" pitchFamily="18" typeface="Cambria Math"/>
                                  </a:rPr>
                                  <m:t>𝐶</m:t>
                                </m:r>
                              </m:e>
                              <m:sub>
                                <m:r>
                                  <a:rPr i="1" lang="en-US">
                                    <a:latin charset="0" panose="02040503050406030204" pitchFamily="18" typeface="Cambria Math"/>
                                  </a:rPr>
                                  <m:t>𝐸𝑋𝑃</m:t>
                                </m:r>
                              </m:sub>
                            </m:sSub>
                          </m:e>
                        </m:d>
                      </m:den>
                    </m:f>
                    <m:r>
                      <a:rPr i="1" lang="en-US">
                        <a:latin charset="0" panose="02040503050406030204" pitchFamily="18" typeface="Cambria Math"/>
                      </a:rPr>
                      <m:t>×100</m:t>
                    </m:r>
                  </m:oMath>
                </a14:m>
                <a:r>
                  <a:rPr dirty="0" lang="en-US"/>
                  <a:t> </a:t>
                </a:r>
                <a:r>
                  <a:rPr dirty="0" lang="en-US" sz="1900"/>
                  <a:t>)</a:t>
                </a:r>
                <a:r>
                  <a:rPr dirty="0" lang="en-US"/>
                  <a:t> </a:t>
                </a:r>
                <a:endParaRPr dirty="0" lang="en-US" sz="1900"/>
              </a:p>
              <a:p>
                <a:pPr indent="0" marL="0">
                  <a:buNone/>
                </a:pPr>
                <a:r>
                  <a:rPr dirty="0" lang="en-US" sz="1900"/>
                  <a:t>		between </a:t>
                </a:r>
                <a14:m>
                  <m:oMath xmlns:m="http://schemas.openxmlformats.org/officeDocument/2006/math">
                    <m:sSub>
                      <m:sSubPr>
                        <m:ctrlPr>
                          <a:rPr dirty="0" i="1" lang="en-US" sz="1900">
                            <a:latin charset="0" panose="02040503050406030204" pitchFamily="18" typeface="Cambria Math"/>
                          </a:rPr>
                        </m:ctrlPr>
                      </m:sSubPr>
                      <m:e>
                        <m:acc>
                          <m:accPr>
                            <m:chr m:val="⃗"/>
                            <m:ctrlPr>
                              <a:rPr b="1" dirty="0" i="1" lang="en-US" sz="1900">
                                <a:latin charset="0" panose="02040503050406030204" pitchFamily="18" typeface="Cambria Math"/>
                              </a:rPr>
                            </m:ctrlPr>
                          </m:accPr>
                          <m:e>
                            <m:r>
                              <a:rPr b="1" dirty="0" i="1" lang="en-US" sz="1900">
                                <a:latin charset="0" panose="02040503050406030204" pitchFamily="18" typeface="Cambria Math"/>
                              </a:rPr>
                              <m:t>𝑪</m:t>
                            </m:r>
                          </m:e>
                        </m:acc>
                      </m:e>
                      <m:sub>
                        <m:r>
                          <a:rPr dirty="0" i="1" lang="en-US" sz="1900">
                            <a:latin charset="0" panose="02040503050406030204" pitchFamily="18" typeface="Cambria Math"/>
                          </a:rPr>
                          <m:t>𝐶𝐴𝐿</m:t>
                        </m:r>
                      </m:sub>
                    </m:sSub>
                    <m:r>
                      <a:rPr dirty="0" i="1" lang="en-US" sz="1900">
                        <a:latin charset="0" panose="02040503050406030204" pitchFamily="18" typeface="Cambria Math"/>
                      </a:rPr>
                      <m:t> </m:t>
                    </m:r>
                  </m:oMath>
                </a14:m>
                <a:r>
                  <a:rPr dirty="0" lang="en-US" sz="1900"/>
                  <a:t>and </a:t>
                </a:r>
                <a14:m>
                  <m:oMath xmlns:m="http://schemas.openxmlformats.org/officeDocument/2006/math">
                    <m:sSub>
                      <m:sSubPr>
                        <m:ctrlPr>
                          <a:rPr dirty="0" i="1" lang="en-US" sz="1900">
                            <a:latin charset="0" panose="02040503050406030204" pitchFamily="18" typeface="Cambria Math"/>
                          </a:rPr>
                        </m:ctrlPr>
                      </m:sSubPr>
                      <m:e>
                        <m:acc>
                          <m:accPr>
                            <m:chr m:val="⃗"/>
                            <m:ctrlPr>
                              <a:rPr dirty="0" i="1" lang="en-US" sz="1900">
                                <a:latin charset="0" panose="02040503050406030204" pitchFamily="18" typeface="Cambria Math"/>
                              </a:rPr>
                            </m:ctrlPr>
                          </m:accPr>
                          <m:e>
                            <m:r>
                              <a:rPr b="1" dirty="0" i="1" lang="en-US" sz="1900">
                                <a:latin charset="0" panose="02040503050406030204" pitchFamily="18" typeface="Cambria Math"/>
                              </a:rPr>
                              <m:t>𝑪</m:t>
                            </m:r>
                          </m:e>
                        </m:acc>
                      </m:e>
                      <m:sub>
                        <m:r>
                          <a:rPr dirty="0" i="1" lang="en-US" sz="1900">
                            <a:latin charset="0" panose="02040503050406030204" pitchFamily="18" typeface="Cambria Math"/>
                          </a:rPr>
                          <m:t>𝐸𝑋𝑃</m:t>
                        </m:r>
                      </m:sub>
                    </m:sSub>
                  </m:oMath>
                </a14:m>
                <a:r>
                  <a:rPr dirty="0" lang="en-US" sz="1900"/>
                  <a:t> vectors. Generally, it is not useful to calculate 			percent differences for angles, because the result often has little meaning.</a:t>
                </a:r>
              </a:p>
              <a:p>
                <a:endParaRPr dirty="0" lang="en-US"/>
              </a:p>
            </p:txBody>
          </p:sp>
        </mc:Choice>
        <mc:Fallback>
          <p:sp>
            <p:nvSpPr>
              <p:cNvPr id="3" name="Content Placeholder 2">
                <a:extLst>
                  <a:ext uri="{FF2B5EF4-FFF2-40B4-BE49-F238E27FC236}">
                    <a16:creationId xmlns:a16="http://schemas.microsoft.com/office/drawing/2014/main" id="{03378B73-C35C-5E56-37A6-48EEF8D9A7A7}"/>
                  </a:ext>
                </a:extLst>
              </p:cNvPr>
              <p:cNvSpPr>
                <a:spLocks noAdjustHandles="1" noChangeArrowheads="1" noChangeAspect="1" noChangeShapeType="1" noEditPoints="1" noGrp="1" noMove="1" noResize="1" noRot="1" noTextEdit="1"/>
              </p:cNvSpPr>
              <p:nvPr>
                <p:ph idx="1"/>
              </p:nvPr>
            </p:nvSpPr>
            <p:spPr>
              <a:xfrm>
                <a:off x="677334" y="835089"/>
                <a:ext cx="8961966" cy="3632135"/>
              </a:xfrm>
              <a:blipFill>
                <a:blip r:embed="rId2"/>
                <a:stretch>
                  <a:fillRect l="-544" t="-1846"/>
                </a:stretch>
              </a:blipFill>
            </p:spPr>
            <p:txBody>
              <a:bodyPr/>
              <a:lstStyle/>
              <a:p>
                <a:r>
                  <a:rPr lang="en-US">
                    <a:noFill/>
                  </a:rPr>
                  <a:t> </a:t>
                </a:r>
              </a:p>
            </p:txBody>
          </p:sp>
        </mc:Fallback>
      </mc:AlternateContent>
      <mc:AlternateContent xmlns:a14="http://schemas.microsoft.com/office/drawing/2010/main" xmlns:mc="http://schemas.openxmlformats.org/markup-compatibility/2006">
        <mc:Choice Requires="a14">
          <p:sp>
            <p:nvSpPr>
              <p:cNvPr id="8" name="TextBox 7">
                <a:extLst>
                  <a:ext uri="{FF2B5EF4-FFF2-40B4-BE49-F238E27FC236}">
                    <a16:creationId xmlns:a16="http://schemas.microsoft.com/office/drawing/2014/main" id="{3DEF68BB-E48C-277E-8715-8BE103FF936A}"/>
                  </a:ext>
                </a:extLst>
              </p:cNvPr>
              <p:cNvSpPr txBox="1"/>
              <p:nvPr/>
            </p:nvSpPr>
            <p:spPr>
              <a:xfrm>
                <a:off x="1404938" y="4935562"/>
                <a:ext cx="6105524" cy="958789"/>
              </a:xfrm>
              <a:prstGeom prst="rect">
                <a:avLst/>
              </a:prstGeom>
              <a:noFill/>
            </p:spPr>
            <p:txBody>
              <a:bodyPr wrap="square">
                <a:spAutoFit/>
              </a:bodyPr>
              <a:lstStyle/>
              <a:p>
                <a:r>
                  <a:rPr dirty="0" lang="en-US"/>
                  <a:t>(a)	Show how </a:t>
                </a:r>
                <a14:m>
                  <m:oMath xmlns:m="http://schemas.openxmlformats.org/officeDocument/2006/math">
                    <m:sSub>
                      <m:sSubPr>
                        <m:ctrlPr>
                          <a:rPr dirty="0" i="1" lang="en-US" smtClean="0">
                            <a:latin charset="0" panose="02040503050406030204" pitchFamily="18" typeface="Cambria Math"/>
                          </a:rPr>
                        </m:ctrlPr>
                      </m:sSubPr>
                      <m:e>
                        <m:acc>
                          <m:accPr>
                            <m:chr m:val="⃗"/>
                            <m:ctrlPr>
                              <a:rPr b="1" dirty="0" i="1" lang="en-US">
                                <a:latin charset="0" panose="02040503050406030204" pitchFamily="18" typeface="Cambria Math"/>
                              </a:rPr>
                            </m:ctrlPr>
                          </m:accPr>
                          <m:e>
                            <m:r>
                              <a:rPr b="1" dirty="0" i="1" lang="en-US">
                                <a:latin charset="0" panose="02040503050406030204" pitchFamily="18" typeface="Cambria Math"/>
                              </a:rPr>
                              <m:t>𝑪</m:t>
                            </m:r>
                          </m:e>
                        </m:acc>
                      </m:e>
                      <m:sub>
                        <m:r>
                          <a:rPr dirty="0" i="1" lang="en-US">
                            <a:latin charset="0" panose="02040503050406030204" pitchFamily="18" typeface="Cambria Math"/>
                          </a:rPr>
                          <m:t>𝐶𝐴𝐿</m:t>
                        </m:r>
                      </m:sub>
                    </m:sSub>
                  </m:oMath>
                </a14:m>
                <a:r>
                  <a:rPr dirty="0" lang="en-US"/>
                  <a:t> and % Difference were determined:</a:t>
                </a:r>
              </a:p>
              <a:p>
                <a:endParaRPr dirty="0" lang="en-US"/>
              </a:p>
              <a:p>
                <a:endParaRPr dirty="0" lang="en-US"/>
              </a:p>
            </p:txBody>
          </p:sp>
        </mc:Choice>
        <mc:Fallback>
          <p:sp>
            <p:nvSpPr>
              <p:cNvPr id="8" name="TextBox 7">
                <a:extLst>
                  <a:ext uri="{FF2B5EF4-FFF2-40B4-BE49-F238E27FC236}">
                    <a16:creationId xmlns:a16="http://schemas.microsoft.com/office/drawing/2014/main" id="{3DEF68BB-E48C-277E-8715-8BE103FF936A}"/>
                  </a:ext>
                </a:extLst>
              </p:cNvPr>
              <p:cNvSpPr txBox="1">
                <a:spLocks noAdjustHandles="1" noChangeArrowheads="1" noChangeAspect="1" noChangeShapeType="1" noEditPoints="1" noMove="1" noResize="1" noRot="1" noTextEdit="1"/>
              </p:cNvSpPr>
              <p:nvPr/>
            </p:nvSpPr>
            <p:spPr>
              <a:xfrm>
                <a:off x="1404938" y="4935562"/>
                <a:ext cx="6105524" cy="958789"/>
              </a:xfrm>
              <a:prstGeom prst="rect">
                <a:avLst/>
              </a:prstGeom>
              <a:blipFill>
                <a:blip r:embed="rId3"/>
                <a:stretch>
                  <a:fillRect l="-798" t="-637"/>
                </a:stretch>
              </a:blipFill>
            </p:spPr>
            <p:txBody>
              <a:bodyPr/>
              <a:lstStyle/>
              <a:p>
                <a:r>
                  <a:rPr lang="en-US">
                    <a:noFill/>
                  </a:rPr>
                  <a:t> </a:t>
                </a:r>
              </a:p>
            </p:txBody>
          </p:sp>
        </mc:Fallback>
      </mc:AlternateContent>
      <p:sp>
        <p:nvSpPr>
          <p:cNvPr id="11" name="Rectangle 6">
            <a:extLst>
              <a:ext uri="{FF2B5EF4-FFF2-40B4-BE49-F238E27FC236}">
                <a16:creationId xmlns:a16="http://schemas.microsoft.com/office/drawing/2014/main" id="{49AE9E06-1886-0152-A8D5-BE4B7C02C30B}"/>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nchor="ctr" anchorCtr="0" bIns="45720" compatLnSpc="1" lIns="91440" numCol="1" rIns="91440" tIns="45720" vert="horz" wrap="none">
            <a:prstTxWarp prst="textNoShape">
              <a:avLst/>
            </a:prstTxWarp>
            <a:spAutoFit/>
          </a:bodyPr>
          <a:lstStyle/>
          <a:p>
            <a:endParaRPr lang="en-US"/>
          </a:p>
        </p:txBody>
      </p:sp>
    </p:spTree>
    <p:extLst>
      <p:ext uri="{BB962C8B-B14F-4D97-AF65-F5344CB8AC3E}">
        <p14:creationId xmlns:p14="http://schemas.microsoft.com/office/powerpoint/2010/main" val="1744838096"/>
      </p:ext>
    </p:extLst>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A3512-A2DE-8AAC-1CE5-0952D50853AC}"/>
              </a:ext>
            </a:extLst>
          </p:cNvPr>
          <p:cNvSpPr>
            <a:spLocks noGrp="1"/>
          </p:cNvSpPr>
          <p:nvPr>
            <p:ph type="title"/>
          </p:nvPr>
        </p:nvSpPr>
        <p:spPr>
          <a:xfrm>
            <a:off x="677334" y="609600"/>
            <a:ext cx="8596668" cy="836645"/>
          </a:xfrm>
        </p:spPr>
        <p:txBody>
          <a:bodyPr/>
          <a:lstStyle/>
          <a:p>
            <a:r>
              <a:rPr dirty="0" lang="en-US">
                <a:solidFill>
                  <a:srgbClr val="1391BC"/>
                </a:solidFill>
              </a:rPr>
              <a:t>Vector Data Table</a:t>
            </a:r>
          </a:p>
        </p:txBody>
      </p:sp>
      <p:graphicFrame>
        <p:nvGraphicFramePr>
          <p:cNvPr id="3" name="Table 2">
            <a:extLst>
              <a:ext uri="{FF2B5EF4-FFF2-40B4-BE49-F238E27FC236}">
                <a16:creationId xmlns:a16="http://schemas.microsoft.com/office/drawing/2014/main" id="{BE8BB1AA-670C-7F0E-B0F3-73ACD6B12000}"/>
              </a:ext>
            </a:extLst>
          </p:cNvPr>
          <p:cNvGraphicFramePr>
            <a:graphicFrameLocks noGrp="1"/>
          </p:cNvGraphicFramePr>
          <p:nvPr>
            <p:extLst>
              <p:ext uri="{D42A27DB-BD31-4B8C-83A1-F6EECF244321}">
                <p14:modId xmlns:p14="http://schemas.microsoft.com/office/powerpoint/2010/main" val="3778294991"/>
              </p:ext>
            </p:extLst>
          </p:nvPr>
        </p:nvGraphicFramePr>
        <p:xfrm>
          <a:off x="1343608" y="1828800"/>
          <a:ext cx="7604450" cy="3278345"/>
        </p:xfrm>
        <a:graphic>
          <a:graphicData uri="http://schemas.openxmlformats.org/drawingml/2006/table">
            <a:tbl>
              <a:tblPr firstRow="1"/>
              <a:tblGrid>
                <a:gridCol w="1293231">
                  <a:extLst>
                    <a:ext uri="{9D8B030D-6E8A-4147-A177-3AD203B41FA5}">
                      <a16:colId xmlns:a16="http://schemas.microsoft.com/office/drawing/2014/main" val="3724534700"/>
                    </a:ext>
                  </a:extLst>
                </a:gridCol>
                <a:gridCol w="1636242">
                  <a:extLst>
                    <a:ext uri="{9D8B030D-6E8A-4147-A177-3AD203B41FA5}">
                      <a16:colId xmlns:a16="http://schemas.microsoft.com/office/drawing/2014/main" val="1237497578"/>
                    </a:ext>
                  </a:extLst>
                </a:gridCol>
                <a:gridCol w="1450855">
                  <a:extLst>
                    <a:ext uri="{9D8B030D-6E8A-4147-A177-3AD203B41FA5}">
                      <a16:colId xmlns:a16="http://schemas.microsoft.com/office/drawing/2014/main" val="2742748790"/>
                    </a:ext>
                  </a:extLst>
                </a:gridCol>
                <a:gridCol w="1600418">
                  <a:extLst>
                    <a:ext uri="{9D8B030D-6E8A-4147-A177-3AD203B41FA5}">
                      <a16:colId xmlns:a16="http://schemas.microsoft.com/office/drawing/2014/main" val="1184484191"/>
                    </a:ext>
                  </a:extLst>
                </a:gridCol>
                <a:gridCol w="1623704">
                  <a:extLst>
                    <a:ext uri="{9D8B030D-6E8A-4147-A177-3AD203B41FA5}">
                      <a16:colId xmlns:a16="http://schemas.microsoft.com/office/drawing/2014/main" val="3354935677"/>
                    </a:ext>
                  </a:extLst>
                </a:gridCol>
              </a:tblGrid>
              <a:tr h="596063">
                <a:tc>
                  <a:txBody>
                    <a:bodyPr/>
                    <a:lstStyle/>
                    <a:p>
                      <a:pPr algn="ctr" marL="0" marR="0">
                        <a:spcBef>
                          <a:spcPts val="0"/>
                        </a:spcBef>
                        <a:spcAft>
                          <a:spcPts val="0"/>
                        </a:spcAft>
                      </a:pPr>
                      <a:r>
                        <a:rPr b="1" dirty="0" i="1" lang="en-US" sz="1600">
                          <a:effectLst/>
                          <a:latin charset="0" panose="02020603050405020304" pitchFamily="18" typeface="Times New Roman"/>
                          <a:ea charset="0" panose="02020603050405020304" pitchFamily="18" typeface="Times New Roman"/>
                        </a:rPr>
                        <a:t>FORCE</a:t>
                      </a:r>
                      <a:endParaRPr dirty="0" lang="en-US" sz="1600">
                        <a:effectLst/>
                        <a:latin charset="0" panose="02020603050405020304" pitchFamily="18" typeface="Times New Roman"/>
                        <a:ea charset="0" panose="02020603050405020304" pitchFamily="18" typeface="Times New Roman"/>
                      </a:endParaRPr>
                    </a:p>
                  </a:txBody>
                  <a:tcPr anchor="ctr" marB="0" marL="19050" marR="19050" marT="0">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tcPr>
                </a:tc>
                <a:tc>
                  <a:txBody>
                    <a:bodyPr/>
                    <a:lstStyle/>
                    <a:p>
                      <a:pPr algn="ctr" marL="0" marR="0">
                        <a:spcBef>
                          <a:spcPts val="0"/>
                        </a:spcBef>
                        <a:spcAft>
                          <a:spcPts val="0"/>
                        </a:spcAft>
                      </a:pPr>
                      <a:r>
                        <a:rPr b="1" i="1" lang="en-US" sz="1600">
                          <a:effectLst/>
                          <a:latin charset="0" panose="02020603050405020304" pitchFamily="18" typeface="Times New Roman"/>
                          <a:ea charset="0" panose="02020603050405020304" pitchFamily="18" typeface="Times New Roman"/>
                        </a:rPr>
                        <a:t>MAGNITUDE </a:t>
                      </a:r>
                      <a:endParaRPr lang="en-US" sz="1600">
                        <a:effectLst/>
                        <a:latin charset="0" panose="02020603050405020304" pitchFamily="18" typeface="Times New Roman"/>
                        <a:ea charset="0" panose="02020603050405020304" pitchFamily="18" typeface="Times New Roman"/>
                      </a:endParaRPr>
                    </a:p>
                    <a:p>
                      <a:pPr algn="ctr" marL="0" marR="0">
                        <a:spcBef>
                          <a:spcPts val="0"/>
                        </a:spcBef>
                        <a:spcAft>
                          <a:spcPts val="0"/>
                        </a:spcAft>
                      </a:pPr>
                      <a:r>
                        <a:rPr lang="en-US" sz="1600">
                          <a:effectLst/>
                          <a:latin charset="0" panose="02020603050405020304" pitchFamily="18" typeface="Times New Roman"/>
                          <a:ea charset="0" panose="02020603050405020304" pitchFamily="18" typeface="Times New Roman"/>
                        </a:rPr>
                        <a:t>(     )</a:t>
                      </a:r>
                    </a:p>
                  </a:txBody>
                  <a:tcPr anchor="ctr" marB="0" marL="19050" marR="19050" marT="0">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tcPr>
                </a:tc>
                <a:tc>
                  <a:txBody>
                    <a:bodyPr/>
                    <a:lstStyle/>
                    <a:p>
                      <a:pPr algn="ctr" marL="0" marR="0">
                        <a:spcBef>
                          <a:spcPts val="0"/>
                        </a:spcBef>
                        <a:spcAft>
                          <a:spcPts val="0"/>
                        </a:spcAft>
                      </a:pPr>
                      <a:r>
                        <a:rPr b="1" i="1" lang="en-US" sz="1600">
                          <a:effectLst/>
                          <a:latin charset="0" panose="02020603050405020304" pitchFamily="18" typeface="Times New Roman"/>
                          <a:ea charset="0" panose="02020603050405020304" pitchFamily="18" typeface="Times New Roman"/>
                        </a:rPr>
                        <a:t>DIRECTION</a:t>
                      </a:r>
                      <a:endParaRPr lang="en-US" sz="1600">
                        <a:effectLst/>
                        <a:latin charset="0" panose="02020603050405020304" pitchFamily="18" typeface="Times New Roman"/>
                        <a:ea charset="0" panose="02020603050405020304" pitchFamily="18" typeface="Times New Roman"/>
                      </a:endParaRPr>
                    </a:p>
                    <a:p>
                      <a:pPr algn="ctr" marL="0" marR="0">
                        <a:spcBef>
                          <a:spcPts val="0"/>
                        </a:spcBef>
                        <a:spcAft>
                          <a:spcPts val="0"/>
                        </a:spcAft>
                      </a:pPr>
                      <a:r>
                        <a:rPr lang="en-US" sz="1600">
                          <a:effectLst/>
                          <a:latin charset="0" panose="02020603050405020304" pitchFamily="18" typeface="Times New Roman"/>
                          <a:ea charset="0" panose="02020603050405020304" pitchFamily="18" typeface="Times New Roman"/>
                        </a:rPr>
                        <a:t>(     )</a:t>
                      </a:r>
                    </a:p>
                  </a:txBody>
                  <a:tcPr anchor="ctr" marB="0" marL="19050" marR="19050" marT="0">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tcPr>
                </a:tc>
                <a:tc>
                  <a:txBody>
                    <a:bodyPr/>
                    <a:lstStyle/>
                    <a:p>
                      <a:pPr algn="ctr" marL="0" marR="0">
                        <a:spcBef>
                          <a:spcPts val="0"/>
                        </a:spcBef>
                        <a:spcAft>
                          <a:spcPts val="0"/>
                        </a:spcAft>
                      </a:pPr>
                      <a:r>
                        <a:rPr b="1" i="1" lang="en-US" sz="1600">
                          <a:effectLst/>
                          <a:latin charset="0" panose="02020603050405020304" pitchFamily="18" typeface="Times New Roman"/>
                          <a:ea charset="0" panose="02020603050405020304" pitchFamily="18" typeface="Times New Roman"/>
                        </a:rPr>
                        <a:t>x-component</a:t>
                      </a:r>
                      <a:endParaRPr lang="en-US" sz="1600">
                        <a:effectLst/>
                        <a:latin charset="0" panose="02020603050405020304" pitchFamily="18" typeface="Times New Roman"/>
                        <a:ea charset="0" panose="02020603050405020304" pitchFamily="18" typeface="Times New Roman"/>
                      </a:endParaRPr>
                    </a:p>
                    <a:p>
                      <a:pPr algn="ctr" marL="0" marR="0">
                        <a:spcBef>
                          <a:spcPts val="0"/>
                        </a:spcBef>
                        <a:spcAft>
                          <a:spcPts val="0"/>
                        </a:spcAft>
                      </a:pPr>
                      <a:r>
                        <a:rPr b="1" i="1" lang="en-US" sz="1600">
                          <a:effectLst/>
                          <a:latin charset="0" panose="02020603050405020304" pitchFamily="18" typeface="Times New Roman"/>
                          <a:ea charset="0" panose="02020603050405020304" pitchFamily="18" typeface="Times New Roman"/>
                        </a:rPr>
                        <a:t>(      )</a:t>
                      </a:r>
                      <a:endParaRPr lang="en-US" sz="1600">
                        <a:effectLst/>
                        <a:latin charset="0" panose="02020603050405020304" pitchFamily="18" typeface="Times New Roman"/>
                        <a:ea charset="0" panose="02020603050405020304" pitchFamily="18" typeface="Times New Roman"/>
                      </a:endParaRPr>
                    </a:p>
                  </a:txBody>
                  <a:tcPr anchor="ctr" marB="0" marL="19050" marR="19050" marT="0">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tcPr>
                </a:tc>
                <a:tc>
                  <a:txBody>
                    <a:bodyPr/>
                    <a:lstStyle/>
                    <a:p>
                      <a:pPr algn="ctr" marL="0" marR="0">
                        <a:spcBef>
                          <a:spcPts val="0"/>
                        </a:spcBef>
                        <a:spcAft>
                          <a:spcPts val="0"/>
                        </a:spcAft>
                      </a:pPr>
                      <a:r>
                        <a:rPr b="1" i="1" lang="en-US" sz="1600">
                          <a:effectLst/>
                          <a:latin charset="0" panose="02020603050405020304" pitchFamily="18" typeface="Times New Roman"/>
                          <a:ea charset="0" panose="02020603050405020304" pitchFamily="18" typeface="Times New Roman"/>
                        </a:rPr>
                        <a:t>y-component</a:t>
                      </a:r>
                      <a:endParaRPr lang="en-US" sz="1600">
                        <a:effectLst/>
                        <a:latin charset="0" panose="02020603050405020304" pitchFamily="18" typeface="Times New Roman"/>
                        <a:ea charset="0" panose="02020603050405020304" pitchFamily="18" typeface="Times New Roman"/>
                      </a:endParaRPr>
                    </a:p>
                    <a:p>
                      <a:pPr algn="ctr" marL="0" marR="0">
                        <a:spcBef>
                          <a:spcPts val="0"/>
                        </a:spcBef>
                        <a:spcAft>
                          <a:spcPts val="0"/>
                        </a:spcAft>
                      </a:pPr>
                      <a:r>
                        <a:rPr b="1" i="1" lang="en-US" sz="1600">
                          <a:effectLst/>
                          <a:latin charset="0" panose="02020603050405020304" pitchFamily="18" typeface="Times New Roman"/>
                          <a:ea charset="0" panose="02020603050405020304" pitchFamily="18" typeface="Times New Roman"/>
                        </a:rPr>
                        <a:t>(      )</a:t>
                      </a:r>
                      <a:endParaRPr lang="en-US" sz="1600">
                        <a:effectLst/>
                        <a:latin charset="0" panose="02020603050405020304" pitchFamily="18" typeface="Times New Roman"/>
                        <a:ea charset="0" panose="02020603050405020304" pitchFamily="18" typeface="Times New Roman"/>
                      </a:endParaRPr>
                    </a:p>
                  </a:txBody>
                  <a:tcPr anchor="ctr" marB="0" marL="19050" marR="19050" marT="0">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tcPr>
                </a:tc>
                <a:extLst>
                  <a:ext uri="{0D108BD9-81ED-4DB2-BD59-A6C34878D82A}">
                    <a16:rowId xmlns:a16="http://schemas.microsoft.com/office/drawing/2014/main" val="1796633241"/>
                  </a:ext>
                </a:extLst>
              </a:tr>
              <a:tr h="447047">
                <a:tc>
                  <a:txBody>
                    <a:bodyPr/>
                    <a:lstStyle/>
                    <a:p>
                      <a:pPr algn="r" marL="0" marR="0">
                        <a:spcBef>
                          <a:spcPts val="0"/>
                        </a:spcBef>
                        <a:spcAft>
                          <a:spcPts val="0"/>
                        </a:spcAft>
                      </a:pPr>
                      <a:r>
                        <a:rPr lang="en-US" sz="1600">
                          <a:effectLst/>
                          <a:latin charset="0" panose="02020603050405020304" pitchFamily="18" typeface="Times New Roman"/>
                          <a:ea charset="0" panose="02020603050405020304" pitchFamily="18" typeface="Times New Roman"/>
                        </a:rPr>
                        <a:t>A</a:t>
                      </a:r>
                    </a:p>
                  </a:txBody>
                  <a:tcPr anchor="ctr" marB="0" marL="19050" marR="19050" marT="0">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tcPr>
                </a:tc>
                <a:tc>
                  <a:txBody>
                    <a:bodyPr/>
                    <a:lstStyle/>
                    <a:p>
                      <a:pPr algn="ctr" marL="0" marR="0">
                        <a:spcBef>
                          <a:spcPts val="0"/>
                        </a:spcBef>
                        <a:spcAft>
                          <a:spcPts val="0"/>
                        </a:spcAft>
                      </a:pPr>
                      <a:r>
                        <a:rPr lang="en-US" sz="1600">
                          <a:effectLst/>
                          <a:latin charset="0" panose="02020603050405020304" pitchFamily="18" typeface="Times New Roman"/>
                          <a:ea charset="0" panose="02020603050405020304" pitchFamily="18" typeface="Times New Roman"/>
                        </a:rPr>
                        <a:t> </a:t>
                      </a:r>
                    </a:p>
                  </a:txBody>
                  <a:tcPr anchor="ctr" marB="0" marL="19050" marR="19050" marT="0">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tcPr>
                </a:tc>
                <a:tc>
                  <a:txBody>
                    <a:bodyPr/>
                    <a:lstStyle/>
                    <a:p>
                      <a:pPr algn="ctr" marL="0" marR="0">
                        <a:spcBef>
                          <a:spcPts val="0"/>
                        </a:spcBef>
                        <a:spcAft>
                          <a:spcPts val="0"/>
                        </a:spcAft>
                      </a:pPr>
                      <a:r>
                        <a:rPr lang="en-US" sz="1600">
                          <a:effectLst/>
                          <a:latin charset="0" panose="02020603050405020304" pitchFamily="18" typeface="Times New Roman"/>
                          <a:ea charset="0" panose="02020603050405020304" pitchFamily="18" typeface="Times New Roman"/>
                        </a:rPr>
                        <a:t> </a:t>
                      </a:r>
                    </a:p>
                  </a:txBody>
                  <a:tcPr anchor="ctr" marB="0" marL="19050" marR="19050" marT="0">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tcPr>
                </a:tc>
                <a:tc>
                  <a:txBody>
                    <a:bodyPr/>
                    <a:lstStyle/>
                    <a:p>
                      <a:pPr algn="r" marL="0" marR="0">
                        <a:spcBef>
                          <a:spcPts val="0"/>
                        </a:spcBef>
                        <a:spcAft>
                          <a:spcPts val="0"/>
                        </a:spcAft>
                      </a:pPr>
                      <a:r>
                        <a:rPr lang="en-US" sz="1600">
                          <a:effectLst/>
                          <a:latin charset="0" panose="02020603050405020304" pitchFamily="18" typeface="Times New Roman"/>
                          <a:ea charset="0" panose="02020603050405020304" pitchFamily="18" typeface="Times New Roman"/>
                        </a:rPr>
                        <a:t> </a:t>
                      </a:r>
                    </a:p>
                  </a:txBody>
                  <a:tcPr anchor="ctr" marB="0" marL="19050" marR="19050" marT="0">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tcPr>
                </a:tc>
                <a:tc>
                  <a:txBody>
                    <a:bodyPr/>
                    <a:lstStyle/>
                    <a:p>
                      <a:pPr algn="r" marL="0" marR="0">
                        <a:spcBef>
                          <a:spcPts val="0"/>
                        </a:spcBef>
                        <a:spcAft>
                          <a:spcPts val="0"/>
                        </a:spcAft>
                      </a:pPr>
                      <a:r>
                        <a:rPr lang="en-US" sz="1600">
                          <a:effectLst/>
                          <a:latin charset="0" panose="02020603050405020304" pitchFamily="18" typeface="Times New Roman"/>
                          <a:ea charset="0" panose="02020603050405020304" pitchFamily="18" typeface="Times New Roman"/>
                        </a:rPr>
                        <a:t> </a:t>
                      </a:r>
                    </a:p>
                  </a:txBody>
                  <a:tcPr anchor="ctr" marB="0" marL="19050" marR="19050" marT="0">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tcPr>
                </a:tc>
                <a:extLst>
                  <a:ext uri="{0D108BD9-81ED-4DB2-BD59-A6C34878D82A}">
                    <a16:rowId xmlns:a16="http://schemas.microsoft.com/office/drawing/2014/main" val="3094284730"/>
                  </a:ext>
                </a:extLst>
              </a:tr>
              <a:tr h="447047">
                <a:tc>
                  <a:txBody>
                    <a:bodyPr/>
                    <a:lstStyle/>
                    <a:p>
                      <a:pPr algn="r" marL="0" marR="0">
                        <a:spcBef>
                          <a:spcPts val="0"/>
                        </a:spcBef>
                        <a:spcAft>
                          <a:spcPts val="0"/>
                        </a:spcAft>
                      </a:pPr>
                      <a:r>
                        <a:rPr lang="en-US" sz="1600">
                          <a:effectLst/>
                          <a:latin charset="0" panose="02020603050405020304" pitchFamily="18" typeface="Times New Roman"/>
                          <a:ea charset="0" panose="02020603050405020304" pitchFamily="18" typeface="Times New Roman"/>
                        </a:rPr>
                        <a:t>B</a:t>
                      </a:r>
                    </a:p>
                  </a:txBody>
                  <a:tcPr anchor="ctr" marB="0" marL="19050" marR="19050" marT="0">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tcPr>
                </a:tc>
                <a:tc>
                  <a:txBody>
                    <a:bodyPr/>
                    <a:lstStyle/>
                    <a:p>
                      <a:pPr algn="ctr" marL="0" marR="0">
                        <a:spcBef>
                          <a:spcPts val="0"/>
                        </a:spcBef>
                        <a:spcAft>
                          <a:spcPts val="0"/>
                        </a:spcAft>
                      </a:pPr>
                      <a:r>
                        <a:rPr lang="en-US" sz="1600">
                          <a:effectLst/>
                          <a:latin charset="0" panose="02020603050405020304" pitchFamily="18" typeface="Times New Roman"/>
                          <a:ea charset="0" panose="02020603050405020304" pitchFamily="18" typeface="Times New Roman"/>
                        </a:rPr>
                        <a:t> </a:t>
                      </a:r>
                    </a:p>
                  </a:txBody>
                  <a:tcPr anchor="ctr" marB="0" marL="19050" marR="19050" marT="0">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tcPr>
                </a:tc>
                <a:tc>
                  <a:txBody>
                    <a:bodyPr/>
                    <a:lstStyle/>
                    <a:p>
                      <a:pPr algn="ctr" marL="0" marR="0">
                        <a:spcBef>
                          <a:spcPts val="0"/>
                        </a:spcBef>
                        <a:spcAft>
                          <a:spcPts val="0"/>
                        </a:spcAft>
                      </a:pPr>
                      <a:r>
                        <a:rPr lang="en-US" sz="1600">
                          <a:effectLst/>
                          <a:latin charset="0" panose="02020603050405020304" pitchFamily="18" typeface="Times New Roman"/>
                          <a:ea charset="0" panose="02020603050405020304" pitchFamily="18" typeface="Times New Roman"/>
                        </a:rPr>
                        <a:t> </a:t>
                      </a:r>
                    </a:p>
                  </a:txBody>
                  <a:tcPr anchor="ctr" marB="0" marL="19050" marR="19050" marT="0">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tcPr>
                </a:tc>
                <a:tc>
                  <a:txBody>
                    <a:bodyPr/>
                    <a:lstStyle/>
                    <a:p>
                      <a:pPr algn="r" marL="0" marR="0">
                        <a:spcBef>
                          <a:spcPts val="0"/>
                        </a:spcBef>
                        <a:spcAft>
                          <a:spcPts val="0"/>
                        </a:spcAft>
                      </a:pPr>
                      <a:r>
                        <a:rPr lang="en-US" sz="1600">
                          <a:effectLst/>
                          <a:latin charset="0" panose="02020603050405020304" pitchFamily="18" typeface="Times New Roman"/>
                          <a:ea charset="0" panose="02020603050405020304" pitchFamily="18" typeface="Times New Roman"/>
                        </a:rPr>
                        <a:t> </a:t>
                      </a:r>
                    </a:p>
                  </a:txBody>
                  <a:tcPr anchor="ctr" marB="0" marL="19050" marR="19050" marT="0">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tcPr>
                </a:tc>
                <a:tc>
                  <a:txBody>
                    <a:bodyPr/>
                    <a:lstStyle/>
                    <a:p>
                      <a:pPr algn="r" marL="0" marR="0">
                        <a:spcBef>
                          <a:spcPts val="0"/>
                        </a:spcBef>
                        <a:spcAft>
                          <a:spcPts val="0"/>
                        </a:spcAft>
                      </a:pPr>
                      <a:r>
                        <a:rPr lang="en-US" sz="1600">
                          <a:effectLst/>
                          <a:latin charset="0" panose="02020603050405020304" pitchFamily="18" typeface="Times New Roman"/>
                          <a:ea charset="0" panose="02020603050405020304" pitchFamily="18" typeface="Times New Roman"/>
                        </a:rPr>
                        <a:t> </a:t>
                      </a:r>
                    </a:p>
                  </a:txBody>
                  <a:tcPr anchor="ctr" marB="0" marL="19050" marR="19050" marT="0">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tcPr>
                </a:tc>
                <a:extLst>
                  <a:ext uri="{0D108BD9-81ED-4DB2-BD59-A6C34878D82A}">
                    <a16:rowId xmlns:a16="http://schemas.microsoft.com/office/drawing/2014/main" val="4187717898"/>
                  </a:ext>
                </a:extLst>
              </a:tr>
              <a:tr h="447047">
                <a:tc>
                  <a:txBody>
                    <a:bodyPr/>
                    <a:lstStyle/>
                    <a:p>
                      <a:pPr algn="r" marL="0" marR="0">
                        <a:spcBef>
                          <a:spcPts val="0"/>
                        </a:spcBef>
                        <a:spcAft>
                          <a:spcPts val="0"/>
                        </a:spcAft>
                      </a:pPr>
                      <a:r>
                        <a:rPr lang="en-US" sz="1600">
                          <a:effectLst/>
                          <a:latin charset="0" panose="02020603050405020304" pitchFamily="18" typeface="Times New Roman"/>
                          <a:ea charset="0" panose="02020603050405020304" pitchFamily="18" typeface="Times New Roman"/>
                        </a:rPr>
                        <a:t>C </a:t>
                      </a:r>
                      <a:r>
                        <a:rPr baseline="-25000" lang="en-US" sz="1100">
                          <a:effectLst/>
                          <a:latin charset="0" panose="02020603050405020304" pitchFamily="18" typeface="Times New Roman"/>
                          <a:ea charset="0" panose="02020603050405020304" pitchFamily="18" typeface="Times New Roman"/>
                        </a:rPr>
                        <a:t>CAL</a:t>
                      </a:r>
                      <a:endParaRPr lang="en-US" sz="1600">
                        <a:effectLst/>
                        <a:latin charset="0" panose="02020603050405020304" pitchFamily="18" typeface="Times New Roman"/>
                        <a:ea charset="0" panose="02020603050405020304" pitchFamily="18" typeface="Times New Roman"/>
                      </a:endParaRPr>
                    </a:p>
                  </a:txBody>
                  <a:tcPr anchor="ctr" marB="0" marL="19050" marR="19050" marT="0">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tcPr>
                </a:tc>
                <a:tc>
                  <a:txBody>
                    <a:bodyPr/>
                    <a:lstStyle/>
                    <a:p>
                      <a:pPr algn="r" marL="0" marR="0">
                        <a:spcBef>
                          <a:spcPts val="0"/>
                        </a:spcBef>
                        <a:spcAft>
                          <a:spcPts val="0"/>
                        </a:spcAft>
                      </a:pPr>
                      <a:r>
                        <a:rPr lang="en-US" sz="1600">
                          <a:effectLst/>
                          <a:latin charset="0" panose="02020603050405020304" pitchFamily="18" typeface="Times New Roman"/>
                          <a:ea charset="0" panose="02020603050405020304" pitchFamily="18" typeface="Times New Roman"/>
                        </a:rPr>
                        <a:t> </a:t>
                      </a:r>
                    </a:p>
                  </a:txBody>
                  <a:tcPr anchor="ctr" marB="0" marL="19050" marR="19050" marT="0">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tcPr>
                </a:tc>
                <a:tc>
                  <a:txBody>
                    <a:bodyPr/>
                    <a:lstStyle/>
                    <a:p>
                      <a:pPr algn="r" marL="0" marR="0">
                        <a:spcBef>
                          <a:spcPts val="0"/>
                        </a:spcBef>
                        <a:spcAft>
                          <a:spcPts val="0"/>
                        </a:spcAft>
                      </a:pPr>
                      <a:r>
                        <a:rPr lang="en-US" sz="1600">
                          <a:effectLst/>
                          <a:latin charset="0" panose="02020603050405020304" pitchFamily="18" typeface="Times New Roman"/>
                          <a:ea charset="0" panose="02020603050405020304" pitchFamily="18" typeface="Times New Roman"/>
                        </a:rPr>
                        <a:t> </a:t>
                      </a:r>
                    </a:p>
                  </a:txBody>
                  <a:tcPr anchor="ctr" marB="0" marL="19050" marR="19050" marT="0">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tcPr>
                </a:tc>
                <a:tc>
                  <a:txBody>
                    <a:bodyPr/>
                    <a:lstStyle/>
                    <a:p>
                      <a:pPr algn="r" marL="0" marR="0">
                        <a:spcBef>
                          <a:spcPts val="0"/>
                        </a:spcBef>
                        <a:spcAft>
                          <a:spcPts val="0"/>
                        </a:spcAft>
                      </a:pPr>
                      <a:r>
                        <a:rPr lang="en-US" sz="1600">
                          <a:effectLst/>
                          <a:latin charset="0" panose="02020603050405020304" pitchFamily="18" typeface="Times New Roman"/>
                          <a:ea charset="0" panose="02020603050405020304" pitchFamily="18" typeface="Times New Roman"/>
                        </a:rPr>
                        <a:t> </a:t>
                      </a:r>
                    </a:p>
                  </a:txBody>
                  <a:tcPr anchor="ctr" marB="0" marL="19050" marR="19050" marT="0">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tcPr>
                </a:tc>
                <a:tc>
                  <a:txBody>
                    <a:bodyPr/>
                    <a:lstStyle/>
                    <a:p>
                      <a:pPr algn="r" marL="0" marR="0">
                        <a:spcBef>
                          <a:spcPts val="0"/>
                        </a:spcBef>
                        <a:spcAft>
                          <a:spcPts val="0"/>
                        </a:spcAft>
                      </a:pPr>
                      <a:r>
                        <a:rPr lang="en-US" sz="1600">
                          <a:effectLst/>
                          <a:latin charset="0" panose="02020603050405020304" pitchFamily="18" typeface="Times New Roman"/>
                          <a:ea charset="0" panose="02020603050405020304" pitchFamily="18" typeface="Times New Roman"/>
                        </a:rPr>
                        <a:t> </a:t>
                      </a:r>
                    </a:p>
                  </a:txBody>
                  <a:tcPr anchor="ctr" marB="0" marL="19050" marR="19050" marT="0">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tcPr>
                </a:tc>
                <a:extLst>
                  <a:ext uri="{0D108BD9-81ED-4DB2-BD59-A6C34878D82A}">
                    <a16:rowId xmlns:a16="http://schemas.microsoft.com/office/drawing/2014/main" val="1295605409"/>
                  </a:ext>
                </a:extLst>
              </a:tr>
              <a:tr h="447047">
                <a:tc>
                  <a:txBody>
                    <a:bodyPr/>
                    <a:lstStyle/>
                    <a:p>
                      <a:pPr algn="r" marL="0" marR="0">
                        <a:spcBef>
                          <a:spcPts val="0"/>
                        </a:spcBef>
                        <a:spcAft>
                          <a:spcPts val="0"/>
                        </a:spcAft>
                      </a:pPr>
                      <a:r>
                        <a:rPr lang="en-US" sz="1600">
                          <a:effectLst/>
                          <a:latin charset="0" panose="02020603050405020304" pitchFamily="18" typeface="Times New Roman"/>
                          <a:ea charset="0" panose="02020603050405020304" pitchFamily="18" typeface="Times New Roman"/>
                        </a:rPr>
                        <a:t>C </a:t>
                      </a:r>
                      <a:r>
                        <a:rPr baseline="-25000" lang="en-US" sz="1100">
                          <a:effectLst/>
                          <a:latin charset="0" panose="02020603050405020304" pitchFamily="18" typeface="Times New Roman"/>
                          <a:ea charset="0" panose="02020603050405020304" pitchFamily="18" typeface="Times New Roman"/>
                        </a:rPr>
                        <a:t>EXP</a:t>
                      </a:r>
                      <a:endParaRPr lang="en-US" sz="1600">
                        <a:effectLst/>
                        <a:latin charset="0" panose="02020603050405020304" pitchFamily="18" typeface="Times New Roman"/>
                        <a:ea charset="0" panose="02020603050405020304" pitchFamily="18" typeface="Times New Roman"/>
                      </a:endParaRPr>
                    </a:p>
                  </a:txBody>
                  <a:tcPr anchor="ctr" marB="0" marL="19050" marR="19050" marT="0">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tcPr>
                </a:tc>
                <a:tc>
                  <a:txBody>
                    <a:bodyPr/>
                    <a:lstStyle/>
                    <a:p>
                      <a:pPr algn="r" marL="0" marR="0">
                        <a:spcBef>
                          <a:spcPts val="0"/>
                        </a:spcBef>
                        <a:spcAft>
                          <a:spcPts val="0"/>
                        </a:spcAft>
                      </a:pPr>
                      <a:r>
                        <a:rPr lang="en-US" sz="1600">
                          <a:effectLst/>
                          <a:latin charset="0" panose="02020603050405020304" pitchFamily="18" typeface="Times New Roman"/>
                          <a:ea charset="0" panose="02020603050405020304" pitchFamily="18" typeface="Times New Roman"/>
                        </a:rPr>
                        <a:t> </a:t>
                      </a:r>
                    </a:p>
                  </a:txBody>
                  <a:tcPr anchor="ctr" marB="0" marL="19050" marR="19050" marT="0">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tcPr>
                </a:tc>
                <a:tc>
                  <a:txBody>
                    <a:bodyPr/>
                    <a:lstStyle/>
                    <a:p>
                      <a:pPr algn="r" marL="0" marR="0">
                        <a:spcBef>
                          <a:spcPts val="0"/>
                        </a:spcBef>
                        <a:spcAft>
                          <a:spcPts val="0"/>
                        </a:spcAft>
                      </a:pPr>
                      <a:r>
                        <a:rPr lang="en-US" sz="1600">
                          <a:effectLst/>
                          <a:latin charset="0" panose="02020603050405020304" pitchFamily="18" typeface="Times New Roman"/>
                          <a:ea charset="0" panose="02020603050405020304" pitchFamily="18" typeface="Times New Roman"/>
                        </a:rPr>
                        <a:t> </a:t>
                      </a:r>
                    </a:p>
                  </a:txBody>
                  <a:tcPr anchor="ctr" marB="0" marL="19050" marR="19050" marT="0">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tcPr>
                </a:tc>
                <a:tc>
                  <a:txBody>
                    <a:bodyPr/>
                    <a:lstStyle/>
                    <a:p>
                      <a:pPr algn="r" marL="0" marR="0">
                        <a:spcBef>
                          <a:spcPts val="0"/>
                        </a:spcBef>
                        <a:spcAft>
                          <a:spcPts val="0"/>
                        </a:spcAft>
                      </a:pPr>
                      <a:r>
                        <a:rPr lang="en-US" sz="1600">
                          <a:effectLst/>
                          <a:latin charset="0" panose="02020603050405020304" pitchFamily="18" typeface="Times New Roman"/>
                          <a:ea charset="0" panose="02020603050405020304" pitchFamily="18" typeface="Times New Roman"/>
                        </a:rPr>
                        <a:t> </a:t>
                      </a:r>
                    </a:p>
                  </a:txBody>
                  <a:tcPr anchor="ctr" marB="0" marL="19050" marR="19050" marT="0">
                    <a:lnL algn="ctr" cap="flat" cmpd="sng" w="12700">
                      <a:solidFill>
                        <a:srgbClr val="000000"/>
                      </a:solidFill>
                      <a:prstDash val="solid"/>
                      <a:round/>
                      <a:headEnd len="med" type="none" w="med"/>
                      <a:tailEnd len="med" type="none" w="med"/>
                    </a:lnL>
                    <a:lnR>
                      <a:noFill/>
                    </a:lnR>
                    <a:lnT algn="ctr" cap="flat" cmpd="sng" w="12700">
                      <a:solidFill>
                        <a:srgbClr val="000000"/>
                      </a:solidFill>
                      <a:prstDash val="solid"/>
                      <a:round/>
                      <a:headEnd len="med" type="none" w="med"/>
                      <a:tailEnd len="med" type="none" w="med"/>
                    </a:lnT>
                    <a:lnB>
                      <a:noFill/>
                    </a:lnB>
                  </a:tcPr>
                </a:tc>
                <a:tc>
                  <a:txBody>
                    <a:bodyPr/>
                    <a:lstStyle/>
                    <a:p>
                      <a:pPr algn="r" marL="0" marR="0">
                        <a:spcBef>
                          <a:spcPts val="0"/>
                        </a:spcBef>
                        <a:spcAft>
                          <a:spcPts val="0"/>
                        </a:spcAft>
                      </a:pPr>
                      <a:r>
                        <a:rPr lang="en-US" sz="1600">
                          <a:effectLst/>
                          <a:latin charset="0" panose="02020603050405020304" pitchFamily="18" typeface="Times New Roman"/>
                          <a:ea charset="0" panose="02020603050405020304" pitchFamily="18" typeface="Times New Roman"/>
                        </a:rPr>
                        <a:t> </a:t>
                      </a:r>
                    </a:p>
                  </a:txBody>
                  <a:tcPr anchor="ctr" marB="0" marL="19050" marR="19050" marT="0">
                    <a:lnL>
                      <a:noFill/>
                    </a:lnL>
                    <a:lnR>
                      <a:noFill/>
                    </a:lnR>
                    <a:lnT algn="ctr" cap="flat" cmpd="sng" w="12700">
                      <a:solidFill>
                        <a:srgbClr val="000000"/>
                      </a:solidFill>
                      <a:prstDash val="solid"/>
                      <a:round/>
                      <a:headEnd len="med" type="none" w="med"/>
                      <a:tailEnd len="med" type="none" w="med"/>
                    </a:lnT>
                    <a:lnB>
                      <a:noFill/>
                    </a:lnB>
                  </a:tcPr>
                </a:tc>
                <a:extLst>
                  <a:ext uri="{0D108BD9-81ED-4DB2-BD59-A6C34878D82A}">
                    <a16:rowId xmlns:a16="http://schemas.microsoft.com/office/drawing/2014/main" val="3869432093"/>
                  </a:ext>
                </a:extLst>
              </a:tr>
              <a:tr h="447047">
                <a:tc>
                  <a:txBody>
                    <a:bodyPr/>
                    <a:lstStyle/>
                    <a:p>
                      <a:pPr algn="r" marL="0" marR="0">
                        <a:spcBef>
                          <a:spcPts val="0"/>
                        </a:spcBef>
                        <a:spcAft>
                          <a:spcPts val="0"/>
                        </a:spcAft>
                      </a:pPr>
                      <a:r>
                        <a:rPr lang="en-US" sz="1600">
                          <a:effectLst/>
                          <a:latin charset="0" panose="02020603050405020304" pitchFamily="18" typeface="Times New Roman"/>
                          <a:ea charset="0" panose="02020603050405020304" pitchFamily="18" typeface="Times New Roman"/>
                        </a:rPr>
                        <a:t>Difference </a:t>
                      </a:r>
                    </a:p>
                  </a:txBody>
                  <a:tcPr anchor="ctr" marB="0" marL="19050" marR="19050" marT="0">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tcPr>
                </a:tc>
                <a:tc>
                  <a:txBody>
                    <a:bodyPr/>
                    <a:lstStyle/>
                    <a:p>
                      <a:pPr algn="r" marL="0" marR="0">
                        <a:spcBef>
                          <a:spcPts val="0"/>
                        </a:spcBef>
                        <a:spcAft>
                          <a:spcPts val="0"/>
                        </a:spcAft>
                      </a:pPr>
                      <a:r>
                        <a:rPr dirty="0" lang="en-US" sz="1600">
                          <a:effectLst/>
                          <a:latin charset="0" panose="02020603050405020304" pitchFamily="18" typeface="Times New Roman"/>
                          <a:ea charset="0" panose="02020603050405020304" pitchFamily="18" typeface="Times New Roman"/>
                        </a:rPr>
                        <a:t> </a:t>
                      </a:r>
                    </a:p>
                  </a:txBody>
                  <a:tcPr anchor="ctr" marB="0" marL="19050" marR="19050" marT="0">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tcPr>
                </a:tc>
                <a:tc>
                  <a:txBody>
                    <a:bodyPr/>
                    <a:lstStyle/>
                    <a:p>
                      <a:pPr algn="r" marL="0" marR="0">
                        <a:spcBef>
                          <a:spcPts val="0"/>
                        </a:spcBef>
                        <a:spcAft>
                          <a:spcPts val="0"/>
                        </a:spcAft>
                      </a:pPr>
                      <a:r>
                        <a:rPr lang="en-US" sz="1600">
                          <a:effectLst/>
                          <a:latin charset="0" panose="02020603050405020304" pitchFamily="18" typeface="Times New Roman"/>
                          <a:ea charset="0" panose="02020603050405020304" pitchFamily="18" typeface="Times New Roman"/>
                        </a:rPr>
                        <a:t> </a:t>
                      </a:r>
                    </a:p>
                  </a:txBody>
                  <a:tcPr anchor="ctr" marB="0" marL="19050" marR="19050" marT="0">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tcPr>
                </a:tc>
                <a:tc>
                  <a:txBody>
                    <a:bodyPr/>
                    <a:lstStyle/>
                    <a:p>
                      <a:pPr algn="r" marL="0" marR="0">
                        <a:spcBef>
                          <a:spcPts val="0"/>
                        </a:spcBef>
                        <a:spcAft>
                          <a:spcPts val="0"/>
                        </a:spcAft>
                      </a:pPr>
                      <a:r>
                        <a:rPr lang="en-US" sz="1600">
                          <a:effectLst/>
                          <a:latin charset="0" panose="02020603050405020304" pitchFamily="18" typeface="Times New Roman"/>
                          <a:ea charset="0" panose="02020603050405020304" pitchFamily="18" typeface="Times New Roman"/>
                        </a:rPr>
                        <a:t> </a:t>
                      </a:r>
                    </a:p>
                  </a:txBody>
                  <a:tcPr anchor="ctr" marB="0" marL="19050" marR="19050" marT="0">
                    <a:lnL algn="ctr" cap="flat" cmpd="sng" w="12700">
                      <a:solidFill>
                        <a:srgbClr val="000000"/>
                      </a:solidFill>
                      <a:prstDash val="solid"/>
                      <a:round/>
                      <a:headEnd len="med" type="none" w="med"/>
                      <a:tailEnd len="med" type="none" w="med"/>
                    </a:lnL>
                    <a:lnR>
                      <a:noFill/>
                    </a:lnR>
                    <a:lnT>
                      <a:noFill/>
                    </a:lnT>
                    <a:lnB>
                      <a:noFill/>
                    </a:lnB>
                  </a:tcPr>
                </a:tc>
                <a:tc>
                  <a:txBody>
                    <a:bodyPr/>
                    <a:lstStyle/>
                    <a:p>
                      <a:pPr algn="r" marL="0" marR="0">
                        <a:spcBef>
                          <a:spcPts val="0"/>
                        </a:spcBef>
                        <a:spcAft>
                          <a:spcPts val="0"/>
                        </a:spcAft>
                      </a:pPr>
                      <a:r>
                        <a:rPr lang="en-US" sz="1600">
                          <a:effectLst/>
                          <a:latin charset="0" panose="02020603050405020304" pitchFamily="18" typeface="Times New Roman"/>
                          <a:ea charset="0" panose="02020603050405020304" pitchFamily="18" typeface="Times New Roman"/>
                        </a:rPr>
                        <a:t> </a:t>
                      </a:r>
                    </a:p>
                  </a:txBody>
                  <a:tcPr anchor="ctr" marB="0" marL="19050" marR="19050" marT="0">
                    <a:lnL>
                      <a:noFill/>
                    </a:lnL>
                    <a:lnR>
                      <a:noFill/>
                    </a:lnR>
                    <a:lnT>
                      <a:noFill/>
                    </a:lnT>
                    <a:lnB>
                      <a:noFill/>
                    </a:lnB>
                  </a:tcPr>
                </a:tc>
                <a:extLst>
                  <a:ext uri="{0D108BD9-81ED-4DB2-BD59-A6C34878D82A}">
                    <a16:rowId xmlns:a16="http://schemas.microsoft.com/office/drawing/2014/main" val="923124684"/>
                  </a:ext>
                </a:extLst>
              </a:tr>
              <a:tr h="447047">
                <a:tc>
                  <a:txBody>
                    <a:bodyPr/>
                    <a:lstStyle/>
                    <a:p>
                      <a:pPr algn="r" marL="0" marR="0">
                        <a:spcBef>
                          <a:spcPts val="0"/>
                        </a:spcBef>
                        <a:spcAft>
                          <a:spcPts val="0"/>
                        </a:spcAft>
                      </a:pPr>
                      <a:r>
                        <a:rPr lang="en-US" sz="1600">
                          <a:effectLst/>
                          <a:latin charset="0" panose="02020603050405020304" pitchFamily="18" typeface="Times New Roman"/>
                          <a:ea charset="0" panose="02020603050405020304" pitchFamily="18" typeface="Times New Roman"/>
                        </a:rPr>
                        <a:t>% Difference</a:t>
                      </a:r>
                    </a:p>
                  </a:txBody>
                  <a:tcPr anchor="ctr" marB="0" marL="19050" marR="19050" marT="0">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tcPr>
                </a:tc>
                <a:tc>
                  <a:txBody>
                    <a:bodyPr/>
                    <a:lstStyle/>
                    <a:p>
                      <a:pPr algn="r" marL="0" marR="0">
                        <a:spcBef>
                          <a:spcPts val="0"/>
                        </a:spcBef>
                        <a:spcAft>
                          <a:spcPts val="0"/>
                        </a:spcAft>
                      </a:pPr>
                      <a:r>
                        <a:rPr lang="en-US" sz="1600">
                          <a:effectLst/>
                          <a:latin charset="0" panose="02020603050405020304" pitchFamily="18" typeface="Times New Roman"/>
                          <a:ea charset="0" panose="02020603050405020304" pitchFamily="18" typeface="Times New Roman"/>
                        </a:rPr>
                        <a:t> </a:t>
                      </a:r>
                    </a:p>
                  </a:txBody>
                  <a:tcPr anchor="ctr" marB="0" marL="19050" marR="19050" marT="0">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tcPr>
                </a:tc>
                <a:tc>
                  <a:txBody>
                    <a:bodyPr/>
                    <a:lstStyle/>
                    <a:p>
                      <a:pPr algn="r" marL="0" marR="0">
                        <a:spcBef>
                          <a:spcPts val="0"/>
                        </a:spcBef>
                        <a:spcAft>
                          <a:spcPts val="0"/>
                        </a:spcAft>
                      </a:pPr>
                      <a:r>
                        <a:rPr lang="en-US" sz="1600">
                          <a:effectLst/>
                          <a:latin charset="0" panose="02020603050405020304" pitchFamily="18" typeface="Times New Roman"/>
                          <a:ea charset="0" panose="02020603050405020304" pitchFamily="18" typeface="Times New Roman"/>
                        </a:rPr>
                        <a:t> </a:t>
                      </a:r>
                    </a:p>
                  </a:txBody>
                  <a:tcPr anchor="ctr" marB="0" marL="19050" marR="19050" marT="0">
                    <a:lnL algn="ctr" cap="flat" cmpd="sng" w="12700">
                      <a:solidFill>
                        <a:srgbClr val="000000"/>
                      </a:solidFill>
                      <a:prstDash val="solid"/>
                      <a:round/>
                      <a:headEnd len="med" type="none" w="med"/>
                      <a:tailEnd len="med" type="none" w="med"/>
                    </a:lnL>
                    <a:lnR>
                      <a:noFill/>
                    </a:lnR>
                    <a:lnT algn="ctr" cap="flat" cmpd="sng" w="12700">
                      <a:solidFill>
                        <a:srgbClr val="000000"/>
                      </a:solidFill>
                      <a:prstDash val="solid"/>
                      <a:round/>
                      <a:headEnd len="med" type="none" w="med"/>
                      <a:tailEnd len="med" type="none" w="med"/>
                    </a:lnT>
                    <a:lnB>
                      <a:noFill/>
                    </a:lnB>
                  </a:tcPr>
                </a:tc>
                <a:tc>
                  <a:txBody>
                    <a:bodyPr/>
                    <a:lstStyle/>
                    <a:p>
                      <a:pPr algn="r" marL="0" marR="0">
                        <a:spcBef>
                          <a:spcPts val="0"/>
                        </a:spcBef>
                        <a:spcAft>
                          <a:spcPts val="0"/>
                        </a:spcAft>
                      </a:pPr>
                      <a:r>
                        <a:rPr lang="en-US" sz="1600">
                          <a:effectLst/>
                          <a:latin charset="0" panose="02020603050405020304" pitchFamily="18" typeface="Times New Roman"/>
                          <a:ea charset="0" panose="02020603050405020304" pitchFamily="18" typeface="Times New Roman"/>
                        </a:rPr>
                        <a:t> </a:t>
                      </a:r>
                    </a:p>
                  </a:txBody>
                  <a:tcPr anchor="ctr" marB="0" marL="19050" marR="19050" marT="0">
                    <a:lnL>
                      <a:noFill/>
                    </a:lnL>
                    <a:lnR>
                      <a:noFill/>
                    </a:lnR>
                    <a:lnT>
                      <a:noFill/>
                    </a:lnT>
                    <a:lnB>
                      <a:noFill/>
                    </a:lnB>
                  </a:tcPr>
                </a:tc>
                <a:tc>
                  <a:txBody>
                    <a:bodyPr/>
                    <a:lstStyle/>
                    <a:p>
                      <a:pPr algn="r" marL="0" marR="0">
                        <a:spcBef>
                          <a:spcPts val="0"/>
                        </a:spcBef>
                        <a:spcAft>
                          <a:spcPts val="0"/>
                        </a:spcAft>
                      </a:pPr>
                      <a:r>
                        <a:rPr dirty="0" lang="en-US" sz="1600">
                          <a:effectLst/>
                          <a:latin charset="0" panose="02020603050405020304" pitchFamily="18" typeface="Times New Roman"/>
                          <a:ea charset="0" panose="02020603050405020304" pitchFamily="18" typeface="Times New Roman"/>
                        </a:rPr>
                        <a:t> </a:t>
                      </a:r>
                    </a:p>
                  </a:txBody>
                  <a:tcPr anchor="ctr" marB="0" marL="19050" marR="19050" marT="0">
                    <a:lnL>
                      <a:noFill/>
                    </a:lnL>
                    <a:lnR>
                      <a:noFill/>
                    </a:lnR>
                    <a:lnT>
                      <a:noFill/>
                    </a:lnT>
                    <a:lnB>
                      <a:noFill/>
                    </a:lnB>
                  </a:tcPr>
                </a:tc>
                <a:extLst>
                  <a:ext uri="{0D108BD9-81ED-4DB2-BD59-A6C34878D82A}">
                    <a16:rowId xmlns:a16="http://schemas.microsoft.com/office/drawing/2014/main" val="264803312"/>
                  </a:ext>
                </a:extLst>
              </a:tr>
            </a:tbl>
          </a:graphicData>
        </a:graphic>
      </p:graphicFrame>
    </p:spTree>
    <p:extLst>
      <p:ext uri="{BB962C8B-B14F-4D97-AF65-F5344CB8AC3E}">
        <p14:creationId xmlns:p14="http://schemas.microsoft.com/office/powerpoint/2010/main" val="540318975"/>
      </p:ext>
    </p:extLst>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5F4F6B-ACE7-6AC9-D71A-AA3D79810D53}"/>
              </a:ext>
            </a:extLst>
          </p:cNvPr>
          <p:cNvSpPr>
            <a:spLocks noGrp="1"/>
          </p:cNvSpPr>
          <p:nvPr>
            <p:ph type="title"/>
          </p:nvPr>
        </p:nvSpPr>
        <p:spPr>
          <a:xfrm>
            <a:off x="677334" y="143069"/>
            <a:ext cx="8596668" cy="673569"/>
          </a:xfrm>
        </p:spPr>
        <p:txBody>
          <a:bodyPr>
            <a:normAutofit fontScale="90000"/>
          </a:bodyPr>
          <a:lstStyle/>
          <a:p>
            <a:r>
              <a:rPr dirty="0" lang="en-US">
                <a:solidFill>
                  <a:srgbClr val="1391BC"/>
                </a:solidFill>
              </a:rPr>
              <a:t>Procedure 2: Balancing Different Forces</a:t>
            </a:r>
            <a:br>
              <a:rPr dirty="0" lang="en-US"/>
            </a:br>
            <a:endParaRPr dirty="0" lang="en-US"/>
          </a:p>
        </p:txBody>
      </p:sp>
      <mc:AlternateContent xmlns:a14="http://schemas.microsoft.com/office/drawing/2010/main" xmlns:mc="http://schemas.openxmlformats.org/markup-compatibility/2006">
        <mc:Choice Requires="a14">
          <p:sp>
            <p:nvSpPr>
              <p:cNvPr id="3" name="Content Placeholder 2">
                <a:extLst>
                  <a:ext uri="{FF2B5EF4-FFF2-40B4-BE49-F238E27FC236}">
                    <a16:creationId xmlns:a16="http://schemas.microsoft.com/office/drawing/2014/main" id="{0090053D-5D63-DC0D-8C10-4953AD81300B}"/>
                  </a:ext>
                </a:extLst>
              </p:cNvPr>
              <p:cNvSpPr>
                <a:spLocks noGrp="1"/>
              </p:cNvSpPr>
              <p:nvPr>
                <p:ph idx="1"/>
              </p:nvPr>
            </p:nvSpPr>
            <p:spPr>
              <a:xfrm>
                <a:off x="677334" y="737118"/>
                <a:ext cx="8596668" cy="3853543"/>
              </a:xfrm>
            </p:spPr>
            <p:txBody>
              <a:bodyPr/>
              <a:lstStyle/>
              <a:p>
                <a:r>
                  <a:rPr dirty="0" lang="en-US"/>
                  <a:t>Pick two new and different masses and directions for </a:t>
                </a:r>
                <a14:m>
                  <m:oMath xmlns:m="http://schemas.openxmlformats.org/officeDocument/2006/math">
                    <m:acc>
                      <m:accPr>
                        <m:chr m:val="⃗"/>
                        <m:ctrlPr>
                          <a:rPr b="1" dirty="0" i="1" lang="en-US" smtClean="0">
                            <a:solidFill>
                              <a:prstClr val="black">
                                <a:lumMod val="75000"/>
                                <a:lumOff val="25000"/>
                              </a:prstClr>
                            </a:solidFill>
                            <a:latin charset="0" panose="02040503050406030204" pitchFamily="18" typeface="Cambria Math"/>
                          </a:rPr>
                        </m:ctrlPr>
                      </m:accPr>
                      <m:e>
                        <m:r>
                          <a:rPr b="1" dirty="0" i="1" lang="en-US" smtClean="0">
                            <a:solidFill>
                              <a:prstClr val="black">
                                <a:lumMod val="75000"/>
                                <a:lumOff val="25000"/>
                              </a:prstClr>
                            </a:solidFill>
                            <a:latin charset="0" panose="02040503050406030204" pitchFamily="18" typeface="Cambria Math"/>
                          </a:rPr>
                          <m:t>𝑨</m:t>
                        </m:r>
                      </m:e>
                    </m:acc>
                    <m:r>
                      <a:rPr b="1" dirty="0" i="1" lang="en-US" smtClean="0">
                        <a:solidFill>
                          <a:prstClr val="black">
                            <a:lumMod val="75000"/>
                            <a:lumOff val="25000"/>
                          </a:prstClr>
                        </a:solidFill>
                        <a:latin charset="0" panose="02040503050406030204" pitchFamily="18" typeface="Cambria Math"/>
                      </a:rPr>
                      <m:t> </m:t>
                    </m:r>
                  </m:oMath>
                </a14:m>
                <a:r>
                  <a:rPr dirty="0" lang="en-US"/>
                  <a:t>and </a:t>
                </a:r>
                <a14:m>
                  <m:oMath xmlns:m="http://schemas.openxmlformats.org/officeDocument/2006/math">
                    <m:acc>
                      <m:accPr>
                        <m:chr m:val="⃗"/>
                        <m:ctrlPr>
                          <a:rPr b="1" dirty="0" i="1" lang="en-US">
                            <a:latin charset="0" panose="02040503050406030204" pitchFamily="18" typeface="Cambria Math"/>
                          </a:rPr>
                        </m:ctrlPr>
                      </m:accPr>
                      <m:e>
                        <m:r>
                          <a:rPr b="1" dirty="0" i="1" lang="en-US">
                            <a:latin charset="0" panose="02040503050406030204" pitchFamily="18" typeface="Cambria Math"/>
                          </a:rPr>
                          <m:t>𝑩</m:t>
                        </m:r>
                      </m:e>
                    </m:acc>
                    <m:r>
                      <a:rPr b="1" dirty="0" i="0" lang="en-US" smtClean="0">
                        <a:latin charset="0" panose="02040503050406030204" pitchFamily="18" typeface="Cambria Math"/>
                      </a:rPr>
                      <m:t>,</m:t>
                    </m:r>
                  </m:oMath>
                </a14:m>
                <a:r>
                  <a:rPr dirty="0" lang="en-US"/>
                  <a:t> making sure to avoid using convenient angles like 0, 90, and 270. A good way is to just add some mass to the hangers at random and move the pulleys to some random angles. You can calculate the weight after things are set up. </a:t>
                </a:r>
              </a:p>
              <a:p>
                <a:r>
                  <a:rPr dirty="0" lang="en-US"/>
                  <a:t>Repeat steps 1-3 with this new setup. Don't disassemble this setup. You may wish to use it when you discuss errors with your partners.</a:t>
                </a:r>
              </a:p>
              <a:p>
                <a:pPr indent="0" marL="0">
                  <a:buNone/>
                </a:pPr>
                <a:endParaRPr dirty="0" lang="en-US"/>
              </a:p>
              <a:p>
                <a:endParaRPr dirty="0" lang="en-US"/>
              </a:p>
              <a:p>
                <a:endParaRPr dirty="0" lang="en-US"/>
              </a:p>
              <a:p>
                <a:r>
                  <a:rPr dirty="0" lang="en-US"/>
                  <a:t> Do sketches and calculations from procedure 1 using new data.</a:t>
                </a:r>
                <a:r>
                  <a:rPr dirty="0" i="1" lang="en-US" sz="1800">
                    <a:effectLst/>
                    <a:latin charset="0" panose="02020603050405020304" pitchFamily="18" typeface="Times New Roman"/>
                    <a:ea charset="0" panose="02020603050405020304" pitchFamily="18" typeface="Times New Roman"/>
                  </a:rPr>
                  <a:t> </a:t>
                </a:r>
                <a:r>
                  <a:rPr dirty="0" lang="en-US" sz="1800">
                    <a:effectLst/>
                    <a:ea charset="0" panose="02020603050405020304" pitchFamily="18" typeface="Times New Roman"/>
                  </a:rPr>
                  <a:t>(Repeat (</a:t>
                </a:r>
                <a:r>
                  <a:rPr dirty="0" err="1" lang="en-US" sz="1800">
                    <a:effectLst/>
                    <a:ea charset="0" panose="02020603050405020304" pitchFamily="18" typeface="Times New Roman"/>
                  </a:rPr>
                  <a:t>i</a:t>
                </a:r>
                <a:r>
                  <a:rPr dirty="0" lang="en-US" sz="1800">
                    <a:effectLst/>
                    <a:ea charset="0" panose="02020603050405020304" pitchFamily="18" typeface="Times New Roman"/>
                  </a:rPr>
                  <a:t>) and (ii) for this new data)</a:t>
                </a:r>
              </a:p>
              <a:p>
                <a:endParaRPr dirty="0" lang="en-US"/>
              </a:p>
              <a:p>
                <a:endParaRPr dirty="0" lang="en-US"/>
              </a:p>
            </p:txBody>
          </p:sp>
        </mc:Choice>
        <mc:Fallback>
          <p:sp>
            <p:nvSpPr>
              <p:cNvPr id="3" name="Content Placeholder 2">
                <a:extLst>
                  <a:ext uri="{FF2B5EF4-FFF2-40B4-BE49-F238E27FC236}">
                    <a16:creationId xmlns:a16="http://schemas.microsoft.com/office/drawing/2014/main" id="{0090053D-5D63-DC0D-8C10-4953AD81300B}"/>
                  </a:ext>
                </a:extLst>
              </p:cNvPr>
              <p:cNvSpPr>
                <a:spLocks noAdjustHandles="1" noChangeArrowheads="1" noChangeAspect="1" noChangeShapeType="1" noEditPoints="1" noGrp="1" noMove="1" noResize="1" noRot="1" noTextEdit="1"/>
              </p:cNvSpPr>
              <p:nvPr>
                <p:ph idx="1"/>
              </p:nvPr>
            </p:nvSpPr>
            <p:spPr>
              <a:xfrm>
                <a:off x="677334" y="737118"/>
                <a:ext cx="8596668" cy="3853543"/>
              </a:xfrm>
              <a:blipFill>
                <a:blip r:embed="rId2"/>
                <a:stretch>
                  <a:fillRect b="-475" l="-142" t="-158"/>
                </a:stretch>
              </a:blipFill>
            </p:spPr>
            <p:txBody>
              <a:bodyPr/>
              <a:lstStyle/>
              <a:p>
                <a:r>
                  <a:rPr lang="en-US">
                    <a:noFill/>
                  </a:rPr>
                  <a:t> </a:t>
                </a:r>
              </a:p>
            </p:txBody>
          </p:sp>
        </mc:Fallback>
      </mc:AlternateContent>
      <p:pic>
        <p:nvPicPr>
          <p:cNvPr descr="Table with columns for magnitude and direction, including values and units, but mostly blank fields." id="6" name="Picture 5">
            <a:extLst>
              <a:ext uri="{FF2B5EF4-FFF2-40B4-BE49-F238E27FC236}">
                <a16:creationId xmlns:a16="http://schemas.microsoft.com/office/drawing/2014/main" id="{BC83E7E2-9D25-9E1A-FC81-C0600D843A17}"/>
              </a:ext>
            </a:extLst>
          </p:cNvPr>
          <p:cNvPicPr>
            <a:picLocks noChangeAspect="1"/>
          </p:cNvPicPr>
          <p:nvPr/>
        </p:nvPicPr>
        <p:blipFill>
          <a:blip r:embed="rId3"/>
          <a:stretch>
            <a:fillRect/>
          </a:stretch>
        </p:blipFill>
        <p:spPr>
          <a:xfrm>
            <a:off x="1341012" y="2724127"/>
            <a:ext cx="6785436" cy="877900"/>
          </a:xfrm>
          <a:prstGeom prst="rect">
            <a:avLst/>
          </a:prstGeom>
        </p:spPr>
      </p:pic>
    </p:spTree>
    <p:extLst>
      <p:ext uri="{BB962C8B-B14F-4D97-AF65-F5344CB8AC3E}">
        <p14:creationId xmlns:p14="http://schemas.microsoft.com/office/powerpoint/2010/main" val="2856341989"/>
      </p:ext>
    </p:extLst>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D9A38-A9F1-E0EA-BF80-95710DCD76BD}"/>
              </a:ext>
            </a:extLst>
          </p:cNvPr>
          <p:cNvSpPr>
            <a:spLocks noGrp="1"/>
          </p:cNvSpPr>
          <p:nvPr>
            <p:ph type="title"/>
          </p:nvPr>
        </p:nvSpPr>
        <p:spPr>
          <a:xfrm>
            <a:off x="677334" y="301689"/>
            <a:ext cx="8596668" cy="724678"/>
          </a:xfrm>
        </p:spPr>
        <p:txBody>
          <a:bodyPr>
            <a:normAutofit/>
          </a:bodyPr>
          <a:lstStyle/>
          <a:p>
            <a:r>
              <a:rPr dirty="0" lang="en-US" sz="3200">
                <a:solidFill>
                  <a:srgbClr val="1391BC"/>
                </a:solidFill>
              </a:rPr>
              <a:t>Procedure 2: Balancing Different Forces, </a:t>
            </a:r>
            <a:r>
              <a:rPr dirty="0" err="1" lang="en-US" sz="3200">
                <a:solidFill>
                  <a:srgbClr val="1391BC"/>
                </a:solidFill>
              </a:rPr>
              <a:t>Cont</a:t>
            </a:r>
            <a:endParaRPr dirty="0" lang="en-US" sz="3200"/>
          </a:p>
        </p:txBody>
      </p:sp>
      <p:graphicFrame>
        <p:nvGraphicFramePr>
          <p:cNvPr id="4" name="Table 3">
            <a:extLst>
              <a:ext uri="{FF2B5EF4-FFF2-40B4-BE49-F238E27FC236}">
                <a16:creationId xmlns:a16="http://schemas.microsoft.com/office/drawing/2014/main" id="{D93453CB-0A98-7012-76F1-B50B25BC8F4D}"/>
              </a:ext>
            </a:extLst>
          </p:cNvPr>
          <p:cNvGraphicFramePr>
            <a:graphicFrameLocks noGrp="1"/>
          </p:cNvGraphicFramePr>
          <p:nvPr>
            <p:extLst>
              <p:ext uri="{D42A27DB-BD31-4B8C-83A1-F6EECF244321}">
                <p14:modId xmlns:p14="http://schemas.microsoft.com/office/powerpoint/2010/main" val="901021013"/>
              </p:ext>
            </p:extLst>
          </p:nvPr>
        </p:nvGraphicFramePr>
        <p:xfrm>
          <a:off x="1302571" y="4095102"/>
          <a:ext cx="6932645" cy="2603184"/>
        </p:xfrm>
        <a:graphic>
          <a:graphicData uri="http://schemas.openxmlformats.org/drawingml/2006/table">
            <a:tbl>
              <a:tblPr firstRow="1"/>
              <a:tblGrid>
                <a:gridCol w="1178982">
                  <a:extLst>
                    <a:ext uri="{9D8B030D-6E8A-4147-A177-3AD203B41FA5}">
                      <a16:colId xmlns:a16="http://schemas.microsoft.com/office/drawing/2014/main" val="3724534700"/>
                    </a:ext>
                  </a:extLst>
                </a:gridCol>
                <a:gridCol w="1491691">
                  <a:extLst>
                    <a:ext uri="{9D8B030D-6E8A-4147-A177-3AD203B41FA5}">
                      <a16:colId xmlns:a16="http://schemas.microsoft.com/office/drawing/2014/main" val="1237497578"/>
                    </a:ext>
                  </a:extLst>
                </a:gridCol>
                <a:gridCol w="1322681">
                  <a:extLst>
                    <a:ext uri="{9D8B030D-6E8A-4147-A177-3AD203B41FA5}">
                      <a16:colId xmlns:a16="http://schemas.microsoft.com/office/drawing/2014/main" val="2742748790"/>
                    </a:ext>
                  </a:extLst>
                </a:gridCol>
                <a:gridCol w="1459031">
                  <a:extLst>
                    <a:ext uri="{9D8B030D-6E8A-4147-A177-3AD203B41FA5}">
                      <a16:colId xmlns:a16="http://schemas.microsoft.com/office/drawing/2014/main" val="1184484191"/>
                    </a:ext>
                  </a:extLst>
                </a:gridCol>
                <a:gridCol w="1480260">
                  <a:extLst>
                    <a:ext uri="{9D8B030D-6E8A-4147-A177-3AD203B41FA5}">
                      <a16:colId xmlns:a16="http://schemas.microsoft.com/office/drawing/2014/main" val="3354935677"/>
                    </a:ext>
                  </a:extLst>
                </a:gridCol>
              </a:tblGrid>
              <a:tr h="470112">
                <a:tc>
                  <a:txBody>
                    <a:bodyPr/>
                    <a:lstStyle/>
                    <a:p>
                      <a:pPr algn="ctr" marL="0" marR="0">
                        <a:spcBef>
                          <a:spcPts val="0"/>
                        </a:spcBef>
                        <a:spcAft>
                          <a:spcPts val="0"/>
                        </a:spcAft>
                      </a:pPr>
                      <a:r>
                        <a:rPr b="1" dirty="0" i="1" lang="en-US" sz="1600">
                          <a:effectLst/>
                          <a:latin charset="0" panose="02020603050405020304" pitchFamily="18" typeface="Times New Roman"/>
                          <a:ea charset="0" panose="02020603050405020304" pitchFamily="18" typeface="Times New Roman"/>
                        </a:rPr>
                        <a:t>FORCE</a:t>
                      </a:r>
                      <a:endParaRPr dirty="0" lang="en-US" sz="1600">
                        <a:effectLst/>
                        <a:latin charset="0" panose="02020603050405020304" pitchFamily="18" typeface="Times New Roman"/>
                        <a:ea charset="0" panose="02020603050405020304" pitchFamily="18" typeface="Times New Roman"/>
                      </a:endParaRPr>
                    </a:p>
                  </a:txBody>
                  <a:tcPr anchor="ctr" marB="0" marL="19050" marR="19050" marT="0">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tcPr>
                </a:tc>
                <a:tc>
                  <a:txBody>
                    <a:bodyPr/>
                    <a:lstStyle/>
                    <a:p>
                      <a:pPr algn="ctr" marL="0" marR="0">
                        <a:spcBef>
                          <a:spcPts val="0"/>
                        </a:spcBef>
                        <a:spcAft>
                          <a:spcPts val="0"/>
                        </a:spcAft>
                      </a:pPr>
                      <a:r>
                        <a:rPr b="1" i="1" lang="en-US" sz="1600">
                          <a:effectLst/>
                          <a:latin charset="0" panose="02020603050405020304" pitchFamily="18" typeface="Times New Roman"/>
                          <a:ea charset="0" panose="02020603050405020304" pitchFamily="18" typeface="Times New Roman"/>
                        </a:rPr>
                        <a:t>MAGNITUDE </a:t>
                      </a:r>
                      <a:endParaRPr lang="en-US" sz="1600">
                        <a:effectLst/>
                        <a:latin charset="0" panose="02020603050405020304" pitchFamily="18" typeface="Times New Roman"/>
                        <a:ea charset="0" panose="02020603050405020304" pitchFamily="18" typeface="Times New Roman"/>
                      </a:endParaRPr>
                    </a:p>
                    <a:p>
                      <a:pPr algn="ctr" marL="0" marR="0">
                        <a:spcBef>
                          <a:spcPts val="0"/>
                        </a:spcBef>
                        <a:spcAft>
                          <a:spcPts val="0"/>
                        </a:spcAft>
                      </a:pPr>
                      <a:r>
                        <a:rPr lang="en-US" sz="1600">
                          <a:effectLst/>
                          <a:latin charset="0" panose="02020603050405020304" pitchFamily="18" typeface="Times New Roman"/>
                          <a:ea charset="0" panose="02020603050405020304" pitchFamily="18" typeface="Times New Roman"/>
                        </a:rPr>
                        <a:t>(     )</a:t>
                      </a:r>
                    </a:p>
                  </a:txBody>
                  <a:tcPr anchor="ctr" marB="0" marL="19050" marR="19050" marT="0">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tcPr>
                </a:tc>
                <a:tc>
                  <a:txBody>
                    <a:bodyPr/>
                    <a:lstStyle/>
                    <a:p>
                      <a:pPr algn="ctr" marL="0" marR="0">
                        <a:spcBef>
                          <a:spcPts val="0"/>
                        </a:spcBef>
                        <a:spcAft>
                          <a:spcPts val="0"/>
                        </a:spcAft>
                      </a:pPr>
                      <a:r>
                        <a:rPr b="1" i="1" lang="en-US" sz="1600">
                          <a:effectLst/>
                          <a:latin charset="0" panose="02020603050405020304" pitchFamily="18" typeface="Times New Roman"/>
                          <a:ea charset="0" panose="02020603050405020304" pitchFamily="18" typeface="Times New Roman"/>
                        </a:rPr>
                        <a:t>DIRECTION</a:t>
                      </a:r>
                      <a:endParaRPr lang="en-US" sz="1600">
                        <a:effectLst/>
                        <a:latin charset="0" panose="02020603050405020304" pitchFamily="18" typeface="Times New Roman"/>
                        <a:ea charset="0" panose="02020603050405020304" pitchFamily="18" typeface="Times New Roman"/>
                      </a:endParaRPr>
                    </a:p>
                    <a:p>
                      <a:pPr algn="ctr" marL="0" marR="0">
                        <a:spcBef>
                          <a:spcPts val="0"/>
                        </a:spcBef>
                        <a:spcAft>
                          <a:spcPts val="0"/>
                        </a:spcAft>
                      </a:pPr>
                      <a:r>
                        <a:rPr lang="en-US" sz="1600">
                          <a:effectLst/>
                          <a:latin charset="0" panose="02020603050405020304" pitchFamily="18" typeface="Times New Roman"/>
                          <a:ea charset="0" panose="02020603050405020304" pitchFamily="18" typeface="Times New Roman"/>
                        </a:rPr>
                        <a:t>(     )</a:t>
                      </a:r>
                    </a:p>
                  </a:txBody>
                  <a:tcPr anchor="ctr" marB="0" marL="19050" marR="19050" marT="0">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tcPr>
                </a:tc>
                <a:tc>
                  <a:txBody>
                    <a:bodyPr/>
                    <a:lstStyle/>
                    <a:p>
                      <a:pPr algn="ctr" marL="0" marR="0">
                        <a:spcBef>
                          <a:spcPts val="0"/>
                        </a:spcBef>
                        <a:spcAft>
                          <a:spcPts val="0"/>
                        </a:spcAft>
                      </a:pPr>
                      <a:r>
                        <a:rPr b="1" i="1" lang="en-US" sz="1600">
                          <a:effectLst/>
                          <a:latin charset="0" panose="02020603050405020304" pitchFamily="18" typeface="Times New Roman"/>
                          <a:ea charset="0" panose="02020603050405020304" pitchFamily="18" typeface="Times New Roman"/>
                        </a:rPr>
                        <a:t>x-component</a:t>
                      </a:r>
                      <a:endParaRPr lang="en-US" sz="1600">
                        <a:effectLst/>
                        <a:latin charset="0" panose="02020603050405020304" pitchFamily="18" typeface="Times New Roman"/>
                        <a:ea charset="0" panose="02020603050405020304" pitchFamily="18" typeface="Times New Roman"/>
                      </a:endParaRPr>
                    </a:p>
                    <a:p>
                      <a:pPr algn="ctr" marL="0" marR="0">
                        <a:spcBef>
                          <a:spcPts val="0"/>
                        </a:spcBef>
                        <a:spcAft>
                          <a:spcPts val="0"/>
                        </a:spcAft>
                      </a:pPr>
                      <a:r>
                        <a:rPr b="1" i="1" lang="en-US" sz="1600">
                          <a:effectLst/>
                          <a:latin charset="0" panose="02020603050405020304" pitchFamily="18" typeface="Times New Roman"/>
                          <a:ea charset="0" panose="02020603050405020304" pitchFamily="18" typeface="Times New Roman"/>
                        </a:rPr>
                        <a:t>(      )</a:t>
                      </a:r>
                      <a:endParaRPr lang="en-US" sz="1600">
                        <a:effectLst/>
                        <a:latin charset="0" panose="02020603050405020304" pitchFamily="18" typeface="Times New Roman"/>
                        <a:ea charset="0" panose="02020603050405020304" pitchFamily="18" typeface="Times New Roman"/>
                      </a:endParaRPr>
                    </a:p>
                  </a:txBody>
                  <a:tcPr anchor="ctr" marB="0" marL="19050" marR="19050" marT="0">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tcPr>
                </a:tc>
                <a:tc>
                  <a:txBody>
                    <a:bodyPr/>
                    <a:lstStyle/>
                    <a:p>
                      <a:pPr algn="ctr" marL="0" marR="0">
                        <a:spcBef>
                          <a:spcPts val="0"/>
                        </a:spcBef>
                        <a:spcAft>
                          <a:spcPts val="0"/>
                        </a:spcAft>
                      </a:pPr>
                      <a:r>
                        <a:rPr b="1" i="1" lang="en-US" sz="1600">
                          <a:effectLst/>
                          <a:latin charset="0" panose="02020603050405020304" pitchFamily="18" typeface="Times New Roman"/>
                          <a:ea charset="0" panose="02020603050405020304" pitchFamily="18" typeface="Times New Roman"/>
                        </a:rPr>
                        <a:t>y-component</a:t>
                      </a:r>
                      <a:endParaRPr lang="en-US" sz="1600">
                        <a:effectLst/>
                        <a:latin charset="0" panose="02020603050405020304" pitchFamily="18" typeface="Times New Roman"/>
                        <a:ea charset="0" panose="02020603050405020304" pitchFamily="18" typeface="Times New Roman"/>
                      </a:endParaRPr>
                    </a:p>
                    <a:p>
                      <a:pPr algn="ctr" marL="0" marR="0">
                        <a:spcBef>
                          <a:spcPts val="0"/>
                        </a:spcBef>
                        <a:spcAft>
                          <a:spcPts val="0"/>
                        </a:spcAft>
                      </a:pPr>
                      <a:r>
                        <a:rPr b="1" i="1" lang="en-US" sz="1600">
                          <a:effectLst/>
                          <a:latin charset="0" panose="02020603050405020304" pitchFamily="18" typeface="Times New Roman"/>
                          <a:ea charset="0" panose="02020603050405020304" pitchFamily="18" typeface="Times New Roman"/>
                        </a:rPr>
                        <a:t>(      )</a:t>
                      </a:r>
                      <a:endParaRPr lang="en-US" sz="1600">
                        <a:effectLst/>
                        <a:latin charset="0" panose="02020603050405020304" pitchFamily="18" typeface="Times New Roman"/>
                        <a:ea charset="0" panose="02020603050405020304" pitchFamily="18" typeface="Times New Roman"/>
                      </a:endParaRPr>
                    </a:p>
                  </a:txBody>
                  <a:tcPr anchor="ctr" marB="0" marL="19050" marR="19050" marT="0">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tcPr>
                </a:tc>
                <a:extLst>
                  <a:ext uri="{0D108BD9-81ED-4DB2-BD59-A6C34878D82A}">
                    <a16:rowId xmlns:a16="http://schemas.microsoft.com/office/drawing/2014/main" val="1796633241"/>
                  </a:ext>
                </a:extLst>
              </a:tr>
              <a:tr h="352584">
                <a:tc>
                  <a:txBody>
                    <a:bodyPr/>
                    <a:lstStyle/>
                    <a:p>
                      <a:pPr algn="r" marL="0" marR="0">
                        <a:spcBef>
                          <a:spcPts val="0"/>
                        </a:spcBef>
                        <a:spcAft>
                          <a:spcPts val="0"/>
                        </a:spcAft>
                      </a:pPr>
                      <a:r>
                        <a:rPr lang="en-US" sz="1600">
                          <a:effectLst/>
                          <a:latin charset="0" panose="02020603050405020304" pitchFamily="18" typeface="Times New Roman"/>
                          <a:ea charset="0" panose="02020603050405020304" pitchFamily="18" typeface="Times New Roman"/>
                        </a:rPr>
                        <a:t>A</a:t>
                      </a:r>
                    </a:p>
                  </a:txBody>
                  <a:tcPr anchor="ctr" marB="0" marL="19050" marR="19050" marT="0">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tcPr>
                </a:tc>
                <a:tc>
                  <a:txBody>
                    <a:bodyPr/>
                    <a:lstStyle/>
                    <a:p>
                      <a:pPr algn="ctr" marL="0" marR="0">
                        <a:spcBef>
                          <a:spcPts val="0"/>
                        </a:spcBef>
                        <a:spcAft>
                          <a:spcPts val="0"/>
                        </a:spcAft>
                      </a:pPr>
                      <a:r>
                        <a:rPr lang="en-US" sz="1600">
                          <a:effectLst/>
                          <a:latin charset="0" panose="02020603050405020304" pitchFamily="18" typeface="Times New Roman"/>
                          <a:ea charset="0" panose="02020603050405020304" pitchFamily="18" typeface="Times New Roman"/>
                        </a:rPr>
                        <a:t> </a:t>
                      </a:r>
                    </a:p>
                  </a:txBody>
                  <a:tcPr anchor="ctr" marB="0" marL="19050" marR="19050" marT="0">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tcPr>
                </a:tc>
                <a:tc>
                  <a:txBody>
                    <a:bodyPr/>
                    <a:lstStyle/>
                    <a:p>
                      <a:pPr algn="ctr" marL="0" marR="0">
                        <a:spcBef>
                          <a:spcPts val="0"/>
                        </a:spcBef>
                        <a:spcAft>
                          <a:spcPts val="0"/>
                        </a:spcAft>
                      </a:pPr>
                      <a:r>
                        <a:rPr lang="en-US" sz="1600">
                          <a:effectLst/>
                          <a:latin charset="0" panose="02020603050405020304" pitchFamily="18" typeface="Times New Roman"/>
                          <a:ea charset="0" panose="02020603050405020304" pitchFamily="18" typeface="Times New Roman"/>
                        </a:rPr>
                        <a:t> </a:t>
                      </a:r>
                    </a:p>
                  </a:txBody>
                  <a:tcPr anchor="ctr" marB="0" marL="19050" marR="19050" marT="0">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tcPr>
                </a:tc>
                <a:tc>
                  <a:txBody>
                    <a:bodyPr/>
                    <a:lstStyle/>
                    <a:p>
                      <a:pPr algn="r" marL="0" marR="0">
                        <a:spcBef>
                          <a:spcPts val="0"/>
                        </a:spcBef>
                        <a:spcAft>
                          <a:spcPts val="0"/>
                        </a:spcAft>
                      </a:pPr>
                      <a:r>
                        <a:rPr lang="en-US" sz="1600">
                          <a:effectLst/>
                          <a:latin charset="0" panose="02020603050405020304" pitchFamily="18" typeface="Times New Roman"/>
                          <a:ea charset="0" panose="02020603050405020304" pitchFamily="18" typeface="Times New Roman"/>
                        </a:rPr>
                        <a:t> </a:t>
                      </a:r>
                    </a:p>
                  </a:txBody>
                  <a:tcPr anchor="ctr" marB="0" marL="19050" marR="19050" marT="0">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tcPr>
                </a:tc>
                <a:tc>
                  <a:txBody>
                    <a:bodyPr/>
                    <a:lstStyle/>
                    <a:p>
                      <a:pPr algn="r" marL="0" marR="0">
                        <a:spcBef>
                          <a:spcPts val="0"/>
                        </a:spcBef>
                        <a:spcAft>
                          <a:spcPts val="0"/>
                        </a:spcAft>
                      </a:pPr>
                      <a:r>
                        <a:rPr lang="en-US" sz="1600">
                          <a:effectLst/>
                          <a:latin charset="0" panose="02020603050405020304" pitchFamily="18" typeface="Times New Roman"/>
                          <a:ea charset="0" panose="02020603050405020304" pitchFamily="18" typeface="Times New Roman"/>
                        </a:rPr>
                        <a:t> </a:t>
                      </a:r>
                    </a:p>
                  </a:txBody>
                  <a:tcPr anchor="ctr" marB="0" marL="19050" marR="19050" marT="0">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tcPr>
                </a:tc>
                <a:extLst>
                  <a:ext uri="{0D108BD9-81ED-4DB2-BD59-A6C34878D82A}">
                    <a16:rowId xmlns:a16="http://schemas.microsoft.com/office/drawing/2014/main" val="3094284730"/>
                  </a:ext>
                </a:extLst>
              </a:tr>
              <a:tr h="352584">
                <a:tc>
                  <a:txBody>
                    <a:bodyPr/>
                    <a:lstStyle/>
                    <a:p>
                      <a:pPr algn="r" marL="0" marR="0">
                        <a:spcBef>
                          <a:spcPts val="0"/>
                        </a:spcBef>
                        <a:spcAft>
                          <a:spcPts val="0"/>
                        </a:spcAft>
                      </a:pPr>
                      <a:r>
                        <a:rPr lang="en-US" sz="1600">
                          <a:effectLst/>
                          <a:latin charset="0" panose="02020603050405020304" pitchFamily="18" typeface="Times New Roman"/>
                          <a:ea charset="0" panose="02020603050405020304" pitchFamily="18" typeface="Times New Roman"/>
                        </a:rPr>
                        <a:t>B</a:t>
                      </a:r>
                    </a:p>
                  </a:txBody>
                  <a:tcPr anchor="ctr" marB="0" marL="19050" marR="19050" marT="0">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tcPr>
                </a:tc>
                <a:tc>
                  <a:txBody>
                    <a:bodyPr/>
                    <a:lstStyle/>
                    <a:p>
                      <a:pPr algn="ctr" marL="0" marR="0">
                        <a:spcBef>
                          <a:spcPts val="0"/>
                        </a:spcBef>
                        <a:spcAft>
                          <a:spcPts val="0"/>
                        </a:spcAft>
                      </a:pPr>
                      <a:r>
                        <a:rPr lang="en-US" sz="1600">
                          <a:effectLst/>
                          <a:latin charset="0" panose="02020603050405020304" pitchFamily="18" typeface="Times New Roman"/>
                          <a:ea charset="0" panose="02020603050405020304" pitchFamily="18" typeface="Times New Roman"/>
                        </a:rPr>
                        <a:t> </a:t>
                      </a:r>
                    </a:p>
                  </a:txBody>
                  <a:tcPr anchor="ctr" marB="0" marL="19050" marR="19050" marT="0">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tcPr>
                </a:tc>
                <a:tc>
                  <a:txBody>
                    <a:bodyPr/>
                    <a:lstStyle/>
                    <a:p>
                      <a:pPr algn="ctr" marL="0" marR="0">
                        <a:spcBef>
                          <a:spcPts val="0"/>
                        </a:spcBef>
                        <a:spcAft>
                          <a:spcPts val="0"/>
                        </a:spcAft>
                      </a:pPr>
                      <a:r>
                        <a:rPr lang="en-US" sz="1600">
                          <a:effectLst/>
                          <a:latin charset="0" panose="02020603050405020304" pitchFamily="18" typeface="Times New Roman"/>
                          <a:ea charset="0" panose="02020603050405020304" pitchFamily="18" typeface="Times New Roman"/>
                        </a:rPr>
                        <a:t> </a:t>
                      </a:r>
                    </a:p>
                  </a:txBody>
                  <a:tcPr anchor="ctr" marB="0" marL="19050" marR="19050" marT="0">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tcPr>
                </a:tc>
                <a:tc>
                  <a:txBody>
                    <a:bodyPr/>
                    <a:lstStyle/>
                    <a:p>
                      <a:pPr algn="r" marL="0" marR="0">
                        <a:spcBef>
                          <a:spcPts val="0"/>
                        </a:spcBef>
                        <a:spcAft>
                          <a:spcPts val="0"/>
                        </a:spcAft>
                      </a:pPr>
                      <a:r>
                        <a:rPr lang="en-US" sz="1600">
                          <a:effectLst/>
                          <a:latin charset="0" panose="02020603050405020304" pitchFamily="18" typeface="Times New Roman"/>
                          <a:ea charset="0" panose="02020603050405020304" pitchFamily="18" typeface="Times New Roman"/>
                        </a:rPr>
                        <a:t> </a:t>
                      </a:r>
                    </a:p>
                  </a:txBody>
                  <a:tcPr anchor="ctr" marB="0" marL="19050" marR="19050" marT="0">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tcPr>
                </a:tc>
                <a:tc>
                  <a:txBody>
                    <a:bodyPr/>
                    <a:lstStyle/>
                    <a:p>
                      <a:pPr algn="r" marL="0" marR="0">
                        <a:spcBef>
                          <a:spcPts val="0"/>
                        </a:spcBef>
                        <a:spcAft>
                          <a:spcPts val="0"/>
                        </a:spcAft>
                      </a:pPr>
                      <a:r>
                        <a:rPr lang="en-US" sz="1600">
                          <a:effectLst/>
                          <a:latin charset="0" panose="02020603050405020304" pitchFamily="18" typeface="Times New Roman"/>
                          <a:ea charset="0" panose="02020603050405020304" pitchFamily="18" typeface="Times New Roman"/>
                        </a:rPr>
                        <a:t> </a:t>
                      </a:r>
                    </a:p>
                  </a:txBody>
                  <a:tcPr anchor="ctr" marB="0" marL="19050" marR="19050" marT="0">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tcPr>
                </a:tc>
                <a:extLst>
                  <a:ext uri="{0D108BD9-81ED-4DB2-BD59-A6C34878D82A}">
                    <a16:rowId xmlns:a16="http://schemas.microsoft.com/office/drawing/2014/main" val="4187717898"/>
                  </a:ext>
                </a:extLst>
              </a:tr>
              <a:tr h="352584">
                <a:tc>
                  <a:txBody>
                    <a:bodyPr/>
                    <a:lstStyle/>
                    <a:p>
                      <a:pPr algn="r" marL="0" marR="0">
                        <a:spcBef>
                          <a:spcPts val="0"/>
                        </a:spcBef>
                        <a:spcAft>
                          <a:spcPts val="0"/>
                        </a:spcAft>
                      </a:pPr>
                      <a:r>
                        <a:rPr lang="en-US" sz="1600">
                          <a:effectLst/>
                          <a:latin charset="0" panose="02020603050405020304" pitchFamily="18" typeface="Times New Roman"/>
                          <a:ea charset="0" panose="02020603050405020304" pitchFamily="18" typeface="Times New Roman"/>
                        </a:rPr>
                        <a:t>C </a:t>
                      </a:r>
                      <a:r>
                        <a:rPr baseline="-25000" lang="en-US" sz="1100">
                          <a:effectLst/>
                          <a:latin charset="0" panose="02020603050405020304" pitchFamily="18" typeface="Times New Roman"/>
                          <a:ea charset="0" panose="02020603050405020304" pitchFamily="18" typeface="Times New Roman"/>
                        </a:rPr>
                        <a:t>CAL</a:t>
                      </a:r>
                      <a:endParaRPr lang="en-US" sz="1600">
                        <a:effectLst/>
                        <a:latin charset="0" panose="02020603050405020304" pitchFamily="18" typeface="Times New Roman"/>
                        <a:ea charset="0" panose="02020603050405020304" pitchFamily="18" typeface="Times New Roman"/>
                      </a:endParaRPr>
                    </a:p>
                  </a:txBody>
                  <a:tcPr anchor="ctr" marB="0" marL="19050" marR="19050" marT="0">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tcPr>
                </a:tc>
                <a:tc>
                  <a:txBody>
                    <a:bodyPr/>
                    <a:lstStyle/>
                    <a:p>
                      <a:pPr algn="r" marL="0" marR="0">
                        <a:spcBef>
                          <a:spcPts val="0"/>
                        </a:spcBef>
                        <a:spcAft>
                          <a:spcPts val="0"/>
                        </a:spcAft>
                      </a:pPr>
                      <a:r>
                        <a:rPr lang="en-US" sz="1600">
                          <a:effectLst/>
                          <a:latin charset="0" panose="02020603050405020304" pitchFamily="18" typeface="Times New Roman"/>
                          <a:ea charset="0" panose="02020603050405020304" pitchFamily="18" typeface="Times New Roman"/>
                        </a:rPr>
                        <a:t> </a:t>
                      </a:r>
                    </a:p>
                  </a:txBody>
                  <a:tcPr anchor="ctr" marB="0" marL="19050" marR="19050" marT="0">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tcPr>
                </a:tc>
                <a:tc>
                  <a:txBody>
                    <a:bodyPr/>
                    <a:lstStyle/>
                    <a:p>
                      <a:pPr algn="r" marL="0" marR="0">
                        <a:spcBef>
                          <a:spcPts val="0"/>
                        </a:spcBef>
                        <a:spcAft>
                          <a:spcPts val="0"/>
                        </a:spcAft>
                      </a:pPr>
                      <a:r>
                        <a:rPr lang="en-US" sz="1600">
                          <a:effectLst/>
                          <a:latin charset="0" panose="02020603050405020304" pitchFamily="18" typeface="Times New Roman"/>
                          <a:ea charset="0" panose="02020603050405020304" pitchFamily="18" typeface="Times New Roman"/>
                        </a:rPr>
                        <a:t> </a:t>
                      </a:r>
                    </a:p>
                  </a:txBody>
                  <a:tcPr anchor="ctr" marB="0" marL="19050" marR="19050" marT="0">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tcPr>
                </a:tc>
                <a:tc>
                  <a:txBody>
                    <a:bodyPr/>
                    <a:lstStyle/>
                    <a:p>
                      <a:pPr algn="r" marL="0" marR="0">
                        <a:spcBef>
                          <a:spcPts val="0"/>
                        </a:spcBef>
                        <a:spcAft>
                          <a:spcPts val="0"/>
                        </a:spcAft>
                      </a:pPr>
                      <a:r>
                        <a:rPr lang="en-US" sz="1600">
                          <a:effectLst/>
                          <a:latin charset="0" panose="02020603050405020304" pitchFamily="18" typeface="Times New Roman"/>
                          <a:ea charset="0" panose="02020603050405020304" pitchFamily="18" typeface="Times New Roman"/>
                        </a:rPr>
                        <a:t> </a:t>
                      </a:r>
                    </a:p>
                  </a:txBody>
                  <a:tcPr anchor="ctr" marB="0" marL="19050" marR="19050" marT="0">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tcPr>
                </a:tc>
                <a:tc>
                  <a:txBody>
                    <a:bodyPr/>
                    <a:lstStyle/>
                    <a:p>
                      <a:pPr algn="r" marL="0" marR="0">
                        <a:spcBef>
                          <a:spcPts val="0"/>
                        </a:spcBef>
                        <a:spcAft>
                          <a:spcPts val="0"/>
                        </a:spcAft>
                      </a:pPr>
                      <a:r>
                        <a:rPr lang="en-US" sz="1600">
                          <a:effectLst/>
                          <a:latin charset="0" panose="02020603050405020304" pitchFamily="18" typeface="Times New Roman"/>
                          <a:ea charset="0" panose="02020603050405020304" pitchFamily="18" typeface="Times New Roman"/>
                        </a:rPr>
                        <a:t> </a:t>
                      </a:r>
                    </a:p>
                  </a:txBody>
                  <a:tcPr anchor="ctr" marB="0" marL="19050" marR="19050" marT="0">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tcPr>
                </a:tc>
                <a:extLst>
                  <a:ext uri="{0D108BD9-81ED-4DB2-BD59-A6C34878D82A}">
                    <a16:rowId xmlns:a16="http://schemas.microsoft.com/office/drawing/2014/main" val="1295605409"/>
                  </a:ext>
                </a:extLst>
              </a:tr>
              <a:tr h="352584">
                <a:tc>
                  <a:txBody>
                    <a:bodyPr/>
                    <a:lstStyle/>
                    <a:p>
                      <a:pPr algn="r" marL="0" marR="0">
                        <a:spcBef>
                          <a:spcPts val="0"/>
                        </a:spcBef>
                        <a:spcAft>
                          <a:spcPts val="0"/>
                        </a:spcAft>
                      </a:pPr>
                      <a:r>
                        <a:rPr lang="en-US" sz="1600">
                          <a:effectLst/>
                          <a:latin charset="0" panose="02020603050405020304" pitchFamily="18" typeface="Times New Roman"/>
                          <a:ea charset="0" panose="02020603050405020304" pitchFamily="18" typeface="Times New Roman"/>
                        </a:rPr>
                        <a:t>C </a:t>
                      </a:r>
                      <a:r>
                        <a:rPr baseline="-25000" lang="en-US" sz="1100">
                          <a:effectLst/>
                          <a:latin charset="0" panose="02020603050405020304" pitchFamily="18" typeface="Times New Roman"/>
                          <a:ea charset="0" panose="02020603050405020304" pitchFamily="18" typeface="Times New Roman"/>
                        </a:rPr>
                        <a:t>EXP</a:t>
                      </a:r>
                      <a:endParaRPr lang="en-US" sz="1600">
                        <a:effectLst/>
                        <a:latin charset="0" panose="02020603050405020304" pitchFamily="18" typeface="Times New Roman"/>
                        <a:ea charset="0" panose="02020603050405020304" pitchFamily="18" typeface="Times New Roman"/>
                      </a:endParaRPr>
                    </a:p>
                  </a:txBody>
                  <a:tcPr anchor="ctr" marB="0" marL="19050" marR="19050" marT="0">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tcPr>
                </a:tc>
                <a:tc>
                  <a:txBody>
                    <a:bodyPr/>
                    <a:lstStyle/>
                    <a:p>
                      <a:pPr algn="r" marL="0" marR="0">
                        <a:spcBef>
                          <a:spcPts val="0"/>
                        </a:spcBef>
                        <a:spcAft>
                          <a:spcPts val="0"/>
                        </a:spcAft>
                      </a:pPr>
                      <a:r>
                        <a:rPr lang="en-US" sz="1600">
                          <a:effectLst/>
                          <a:latin charset="0" panose="02020603050405020304" pitchFamily="18" typeface="Times New Roman"/>
                          <a:ea charset="0" panose="02020603050405020304" pitchFamily="18" typeface="Times New Roman"/>
                        </a:rPr>
                        <a:t> </a:t>
                      </a:r>
                    </a:p>
                  </a:txBody>
                  <a:tcPr anchor="ctr" marB="0" marL="19050" marR="19050" marT="0">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tcPr>
                </a:tc>
                <a:tc>
                  <a:txBody>
                    <a:bodyPr/>
                    <a:lstStyle/>
                    <a:p>
                      <a:pPr algn="r" marL="0" marR="0">
                        <a:spcBef>
                          <a:spcPts val="0"/>
                        </a:spcBef>
                        <a:spcAft>
                          <a:spcPts val="0"/>
                        </a:spcAft>
                      </a:pPr>
                      <a:r>
                        <a:rPr dirty="0" lang="en-US" sz="1600">
                          <a:effectLst/>
                          <a:latin charset="0" panose="02020603050405020304" pitchFamily="18" typeface="Times New Roman"/>
                          <a:ea charset="0" panose="02020603050405020304" pitchFamily="18" typeface="Times New Roman"/>
                        </a:rPr>
                        <a:t> </a:t>
                      </a:r>
                    </a:p>
                  </a:txBody>
                  <a:tcPr anchor="ctr" marB="0" marL="19050" marR="19050" marT="0">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tcPr>
                </a:tc>
                <a:tc>
                  <a:txBody>
                    <a:bodyPr/>
                    <a:lstStyle/>
                    <a:p>
                      <a:pPr algn="r" marL="0" marR="0">
                        <a:spcBef>
                          <a:spcPts val="0"/>
                        </a:spcBef>
                        <a:spcAft>
                          <a:spcPts val="0"/>
                        </a:spcAft>
                      </a:pPr>
                      <a:r>
                        <a:rPr lang="en-US" sz="1600">
                          <a:effectLst/>
                          <a:latin charset="0" panose="02020603050405020304" pitchFamily="18" typeface="Times New Roman"/>
                          <a:ea charset="0" panose="02020603050405020304" pitchFamily="18" typeface="Times New Roman"/>
                        </a:rPr>
                        <a:t> </a:t>
                      </a:r>
                    </a:p>
                  </a:txBody>
                  <a:tcPr anchor="ctr" marB="0" marL="19050" marR="19050" marT="0">
                    <a:lnL algn="ctr" cap="flat" cmpd="sng" w="12700">
                      <a:solidFill>
                        <a:srgbClr val="000000"/>
                      </a:solidFill>
                      <a:prstDash val="solid"/>
                      <a:round/>
                      <a:headEnd len="med" type="none" w="med"/>
                      <a:tailEnd len="med" type="none" w="med"/>
                    </a:lnL>
                    <a:lnR>
                      <a:noFill/>
                    </a:lnR>
                    <a:lnT algn="ctr" cap="flat" cmpd="sng" w="12700">
                      <a:solidFill>
                        <a:srgbClr val="000000"/>
                      </a:solidFill>
                      <a:prstDash val="solid"/>
                      <a:round/>
                      <a:headEnd len="med" type="none" w="med"/>
                      <a:tailEnd len="med" type="none" w="med"/>
                    </a:lnT>
                    <a:lnB>
                      <a:noFill/>
                    </a:lnB>
                  </a:tcPr>
                </a:tc>
                <a:tc>
                  <a:txBody>
                    <a:bodyPr/>
                    <a:lstStyle/>
                    <a:p>
                      <a:pPr algn="r" marL="0" marR="0">
                        <a:spcBef>
                          <a:spcPts val="0"/>
                        </a:spcBef>
                        <a:spcAft>
                          <a:spcPts val="0"/>
                        </a:spcAft>
                      </a:pPr>
                      <a:r>
                        <a:rPr lang="en-US" sz="1600">
                          <a:effectLst/>
                          <a:latin charset="0" panose="02020603050405020304" pitchFamily="18" typeface="Times New Roman"/>
                          <a:ea charset="0" panose="02020603050405020304" pitchFamily="18" typeface="Times New Roman"/>
                        </a:rPr>
                        <a:t> </a:t>
                      </a:r>
                    </a:p>
                  </a:txBody>
                  <a:tcPr anchor="ctr" marB="0" marL="19050" marR="19050" marT="0">
                    <a:lnL>
                      <a:noFill/>
                    </a:lnL>
                    <a:lnR>
                      <a:noFill/>
                    </a:lnR>
                    <a:lnT algn="ctr" cap="flat" cmpd="sng" w="12700">
                      <a:solidFill>
                        <a:srgbClr val="000000"/>
                      </a:solidFill>
                      <a:prstDash val="solid"/>
                      <a:round/>
                      <a:headEnd len="med" type="none" w="med"/>
                      <a:tailEnd len="med" type="none" w="med"/>
                    </a:lnT>
                    <a:lnB>
                      <a:noFill/>
                    </a:lnB>
                  </a:tcPr>
                </a:tc>
                <a:extLst>
                  <a:ext uri="{0D108BD9-81ED-4DB2-BD59-A6C34878D82A}">
                    <a16:rowId xmlns:a16="http://schemas.microsoft.com/office/drawing/2014/main" val="3869432093"/>
                  </a:ext>
                </a:extLst>
              </a:tr>
              <a:tr h="352584">
                <a:tc>
                  <a:txBody>
                    <a:bodyPr/>
                    <a:lstStyle/>
                    <a:p>
                      <a:pPr algn="r" marL="0" marR="0">
                        <a:spcBef>
                          <a:spcPts val="0"/>
                        </a:spcBef>
                        <a:spcAft>
                          <a:spcPts val="0"/>
                        </a:spcAft>
                      </a:pPr>
                      <a:r>
                        <a:rPr lang="en-US" sz="1600">
                          <a:effectLst/>
                          <a:latin charset="0" panose="02020603050405020304" pitchFamily="18" typeface="Times New Roman"/>
                          <a:ea charset="0" panose="02020603050405020304" pitchFamily="18" typeface="Times New Roman"/>
                        </a:rPr>
                        <a:t>Difference </a:t>
                      </a:r>
                    </a:p>
                  </a:txBody>
                  <a:tcPr anchor="ctr" marB="0" marL="19050" marR="19050" marT="0">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tcPr>
                </a:tc>
                <a:tc>
                  <a:txBody>
                    <a:bodyPr/>
                    <a:lstStyle/>
                    <a:p>
                      <a:pPr algn="r" marL="0" marR="0">
                        <a:spcBef>
                          <a:spcPts val="0"/>
                        </a:spcBef>
                        <a:spcAft>
                          <a:spcPts val="0"/>
                        </a:spcAft>
                      </a:pPr>
                      <a:r>
                        <a:rPr dirty="0" lang="en-US" sz="1600">
                          <a:effectLst/>
                          <a:latin charset="0" panose="02020603050405020304" pitchFamily="18" typeface="Times New Roman"/>
                          <a:ea charset="0" panose="02020603050405020304" pitchFamily="18" typeface="Times New Roman"/>
                        </a:rPr>
                        <a:t> </a:t>
                      </a:r>
                    </a:p>
                  </a:txBody>
                  <a:tcPr anchor="ctr" marB="0" marL="19050" marR="19050" marT="0">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tcPr>
                </a:tc>
                <a:tc>
                  <a:txBody>
                    <a:bodyPr/>
                    <a:lstStyle/>
                    <a:p>
                      <a:pPr algn="r" marL="0" marR="0">
                        <a:spcBef>
                          <a:spcPts val="0"/>
                        </a:spcBef>
                        <a:spcAft>
                          <a:spcPts val="0"/>
                        </a:spcAft>
                      </a:pPr>
                      <a:r>
                        <a:rPr lang="en-US" sz="1600">
                          <a:effectLst/>
                          <a:latin charset="0" panose="02020603050405020304" pitchFamily="18" typeface="Times New Roman"/>
                          <a:ea charset="0" panose="02020603050405020304" pitchFamily="18" typeface="Times New Roman"/>
                        </a:rPr>
                        <a:t> </a:t>
                      </a:r>
                    </a:p>
                  </a:txBody>
                  <a:tcPr anchor="ctr" marB="0" marL="19050" marR="19050" marT="0">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tcPr>
                </a:tc>
                <a:tc>
                  <a:txBody>
                    <a:bodyPr/>
                    <a:lstStyle/>
                    <a:p>
                      <a:pPr algn="r" marL="0" marR="0">
                        <a:spcBef>
                          <a:spcPts val="0"/>
                        </a:spcBef>
                        <a:spcAft>
                          <a:spcPts val="0"/>
                        </a:spcAft>
                      </a:pPr>
                      <a:r>
                        <a:rPr dirty="0" lang="en-US" sz="1600">
                          <a:effectLst/>
                          <a:latin charset="0" panose="02020603050405020304" pitchFamily="18" typeface="Times New Roman"/>
                          <a:ea charset="0" panose="02020603050405020304" pitchFamily="18" typeface="Times New Roman"/>
                        </a:rPr>
                        <a:t> </a:t>
                      </a:r>
                    </a:p>
                  </a:txBody>
                  <a:tcPr anchor="ctr" marB="0" marL="19050" marR="19050" marT="0">
                    <a:lnL algn="ctr" cap="flat" cmpd="sng" w="12700">
                      <a:solidFill>
                        <a:srgbClr val="000000"/>
                      </a:solidFill>
                      <a:prstDash val="solid"/>
                      <a:round/>
                      <a:headEnd len="med" type="none" w="med"/>
                      <a:tailEnd len="med" type="none" w="med"/>
                    </a:lnL>
                    <a:lnR>
                      <a:noFill/>
                    </a:lnR>
                    <a:lnT>
                      <a:noFill/>
                    </a:lnT>
                    <a:lnB>
                      <a:noFill/>
                    </a:lnB>
                  </a:tcPr>
                </a:tc>
                <a:tc>
                  <a:txBody>
                    <a:bodyPr/>
                    <a:lstStyle/>
                    <a:p>
                      <a:pPr algn="r" marL="0" marR="0">
                        <a:spcBef>
                          <a:spcPts val="0"/>
                        </a:spcBef>
                        <a:spcAft>
                          <a:spcPts val="0"/>
                        </a:spcAft>
                      </a:pPr>
                      <a:r>
                        <a:rPr lang="en-US" sz="1600">
                          <a:effectLst/>
                          <a:latin charset="0" panose="02020603050405020304" pitchFamily="18" typeface="Times New Roman"/>
                          <a:ea charset="0" panose="02020603050405020304" pitchFamily="18" typeface="Times New Roman"/>
                        </a:rPr>
                        <a:t> </a:t>
                      </a:r>
                    </a:p>
                  </a:txBody>
                  <a:tcPr anchor="ctr" marB="0" marL="19050" marR="19050" marT="0">
                    <a:lnL>
                      <a:noFill/>
                    </a:lnL>
                    <a:lnR>
                      <a:noFill/>
                    </a:lnR>
                    <a:lnT>
                      <a:noFill/>
                    </a:lnT>
                    <a:lnB>
                      <a:noFill/>
                    </a:lnB>
                  </a:tcPr>
                </a:tc>
                <a:extLst>
                  <a:ext uri="{0D108BD9-81ED-4DB2-BD59-A6C34878D82A}">
                    <a16:rowId xmlns:a16="http://schemas.microsoft.com/office/drawing/2014/main" val="923124684"/>
                  </a:ext>
                </a:extLst>
              </a:tr>
              <a:tr h="352584">
                <a:tc>
                  <a:txBody>
                    <a:bodyPr/>
                    <a:lstStyle/>
                    <a:p>
                      <a:pPr algn="r" marL="0" marR="0">
                        <a:spcBef>
                          <a:spcPts val="0"/>
                        </a:spcBef>
                        <a:spcAft>
                          <a:spcPts val="0"/>
                        </a:spcAft>
                      </a:pPr>
                      <a:r>
                        <a:rPr lang="en-US" sz="1600">
                          <a:effectLst/>
                          <a:latin charset="0" panose="02020603050405020304" pitchFamily="18" typeface="Times New Roman"/>
                          <a:ea charset="0" panose="02020603050405020304" pitchFamily="18" typeface="Times New Roman"/>
                        </a:rPr>
                        <a:t>% Difference</a:t>
                      </a:r>
                    </a:p>
                  </a:txBody>
                  <a:tcPr anchor="ctr" marB="0" marL="19050" marR="19050" marT="0">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tcPr>
                </a:tc>
                <a:tc>
                  <a:txBody>
                    <a:bodyPr/>
                    <a:lstStyle/>
                    <a:p>
                      <a:pPr algn="r" marL="0" marR="0">
                        <a:spcBef>
                          <a:spcPts val="0"/>
                        </a:spcBef>
                        <a:spcAft>
                          <a:spcPts val="0"/>
                        </a:spcAft>
                      </a:pPr>
                      <a:r>
                        <a:rPr lang="en-US" sz="1600">
                          <a:effectLst/>
                          <a:latin charset="0" panose="02020603050405020304" pitchFamily="18" typeface="Times New Roman"/>
                          <a:ea charset="0" panose="02020603050405020304" pitchFamily="18" typeface="Times New Roman"/>
                        </a:rPr>
                        <a:t> </a:t>
                      </a:r>
                    </a:p>
                  </a:txBody>
                  <a:tcPr anchor="ctr" marB="0" marL="19050" marR="19050" marT="0">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tcPr>
                </a:tc>
                <a:tc>
                  <a:txBody>
                    <a:bodyPr/>
                    <a:lstStyle/>
                    <a:p>
                      <a:pPr algn="r" marL="0" marR="0">
                        <a:spcBef>
                          <a:spcPts val="0"/>
                        </a:spcBef>
                        <a:spcAft>
                          <a:spcPts val="0"/>
                        </a:spcAft>
                      </a:pPr>
                      <a:r>
                        <a:rPr lang="en-US" sz="1600">
                          <a:effectLst/>
                          <a:latin charset="0" panose="02020603050405020304" pitchFamily="18" typeface="Times New Roman"/>
                          <a:ea charset="0" panose="02020603050405020304" pitchFamily="18" typeface="Times New Roman"/>
                        </a:rPr>
                        <a:t> </a:t>
                      </a:r>
                    </a:p>
                  </a:txBody>
                  <a:tcPr anchor="ctr" marB="0" marL="19050" marR="19050" marT="0">
                    <a:lnL algn="ctr" cap="flat" cmpd="sng" w="12700">
                      <a:solidFill>
                        <a:srgbClr val="000000"/>
                      </a:solidFill>
                      <a:prstDash val="solid"/>
                      <a:round/>
                      <a:headEnd len="med" type="none" w="med"/>
                      <a:tailEnd len="med" type="none" w="med"/>
                    </a:lnL>
                    <a:lnR>
                      <a:noFill/>
                    </a:lnR>
                    <a:lnT algn="ctr" cap="flat" cmpd="sng" w="12700">
                      <a:solidFill>
                        <a:srgbClr val="000000"/>
                      </a:solidFill>
                      <a:prstDash val="solid"/>
                      <a:round/>
                      <a:headEnd len="med" type="none" w="med"/>
                      <a:tailEnd len="med" type="none" w="med"/>
                    </a:lnT>
                    <a:lnB>
                      <a:noFill/>
                    </a:lnB>
                  </a:tcPr>
                </a:tc>
                <a:tc>
                  <a:txBody>
                    <a:bodyPr/>
                    <a:lstStyle/>
                    <a:p>
                      <a:pPr algn="r" marL="0" marR="0">
                        <a:spcBef>
                          <a:spcPts val="0"/>
                        </a:spcBef>
                        <a:spcAft>
                          <a:spcPts val="0"/>
                        </a:spcAft>
                      </a:pPr>
                      <a:r>
                        <a:rPr lang="en-US" sz="1600">
                          <a:effectLst/>
                          <a:latin charset="0" panose="02020603050405020304" pitchFamily="18" typeface="Times New Roman"/>
                          <a:ea charset="0" panose="02020603050405020304" pitchFamily="18" typeface="Times New Roman"/>
                        </a:rPr>
                        <a:t> </a:t>
                      </a:r>
                    </a:p>
                  </a:txBody>
                  <a:tcPr anchor="ctr" marB="0" marL="19050" marR="19050" marT="0">
                    <a:lnL>
                      <a:noFill/>
                    </a:lnL>
                    <a:lnR>
                      <a:noFill/>
                    </a:lnR>
                    <a:lnT>
                      <a:noFill/>
                    </a:lnT>
                    <a:lnB>
                      <a:noFill/>
                    </a:lnB>
                  </a:tcPr>
                </a:tc>
                <a:tc>
                  <a:txBody>
                    <a:bodyPr/>
                    <a:lstStyle/>
                    <a:p>
                      <a:pPr algn="r" marL="0" marR="0">
                        <a:spcBef>
                          <a:spcPts val="0"/>
                        </a:spcBef>
                        <a:spcAft>
                          <a:spcPts val="0"/>
                        </a:spcAft>
                      </a:pPr>
                      <a:r>
                        <a:rPr dirty="0" lang="en-US" sz="1600">
                          <a:effectLst/>
                          <a:latin charset="0" panose="02020603050405020304" pitchFamily="18" typeface="Times New Roman"/>
                          <a:ea charset="0" panose="02020603050405020304" pitchFamily="18" typeface="Times New Roman"/>
                        </a:rPr>
                        <a:t> </a:t>
                      </a:r>
                    </a:p>
                  </a:txBody>
                  <a:tcPr anchor="ctr" marB="0" marL="19050" marR="19050" marT="0">
                    <a:lnL>
                      <a:noFill/>
                    </a:lnL>
                    <a:lnR>
                      <a:noFill/>
                    </a:lnR>
                    <a:lnT>
                      <a:noFill/>
                    </a:lnT>
                    <a:lnB>
                      <a:noFill/>
                    </a:lnB>
                  </a:tcPr>
                </a:tc>
                <a:extLst>
                  <a:ext uri="{0D108BD9-81ED-4DB2-BD59-A6C34878D82A}">
                    <a16:rowId xmlns:a16="http://schemas.microsoft.com/office/drawing/2014/main" val="264803312"/>
                  </a:ext>
                </a:extLst>
              </a:tr>
            </a:tbl>
          </a:graphicData>
        </a:graphic>
      </p:graphicFrame>
      <p:pic>
        <p:nvPicPr>
          <p:cNvPr descr="?" id="5" name="Picture 4">
            <a:extLst>
              <a:ext uri="{FF2B5EF4-FFF2-40B4-BE49-F238E27FC236}">
                <a16:creationId xmlns:a16="http://schemas.microsoft.com/office/drawing/2014/main" id="{48AB9C86-BC2F-A7A0-FF10-401F9288A76B}"/>
              </a:ext>
            </a:extLst>
          </p:cNvPr>
          <p:cNvPicPr>
            <a:picLocks noChangeAspect="1"/>
          </p:cNvPicPr>
          <p:nvPr/>
        </p:nvPicPr>
        <p:blipFill>
          <a:blip r:embed="rId2"/>
          <a:stretch>
            <a:fillRect/>
          </a:stretch>
        </p:blipFill>
        <p:spPr>
          <a:xfrm>
            <a:off x="1302571" y="1026367"/>
            <a:ext cx="7346194" cy="2698954"/>
          </a:xfrm>
          <a:prstGeom prst="rect">
            <a:avLst/>
          </a:prstGeom>
        </p:spPr>
      </p:pic>
    </p:spTree>
    <p:extLst>
      <p:ext uri="{BB962C8B-B14F-4D97-AF65-F5344CB8AC3E}">
        <p14:creationId xmlns:p14="http://schemas.microsoft.com/office/powerpoint/2010/main" val="3303876786"/>
      </p:ext>
    </p:extLst>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3BD5D-9234-6A7F-8665-66B021AF01B2}"/>
              </a:ext>
            </a:extLst>
          </p:cNvPr>
          <p:cNvSpPr>
            <a:spLocks noGrp="1"/>
          </p:cNvSpPr>
          <p:nvPr>
            <p:ph type="title"/>
          </p:nvPr>
        </p:nvSpPr>
        <p:spPr>
          <a:xfrm>
            <a:off x="677334" y="609600"/>
            <a:ext cx="8596668" cy="747713"/>
          </a:xfrm>
        </p:spPr>
        <p:txBody>
          <a:bodyPr/>
          <a:lstStyle/>
          <a:p>
            <a:r>
              <a:rPr dirty="0" lang="en-US">
                <a:solidFill>
                  <a:srgbClr val="1391BC"/>
                </a:solidFill>
              </a:rPr>
              <a:t>Check calculations using a Spread Sheet</a:t>
            </a:r>
          </a:p>
        </p:txBody>
      </p:sp>
      <mc:AlternateContent xmlns:a14="http://schemas.microsoft.com/office/drawing/2010/main" xmlns:mc="http://schemas.openxmlformats.org/markup-compatibility/2006">
        <mc:Choice Requires="a14">
          <p:sp>
            <p:nvSpPr>
              <p:cNvPr id="3" name="Content Placeholder 2">
                <a:extLst>
                  <a:ext uri="{FF2B5EF4-FFF2-40B4-BE49-F238E27FC236}">
                    <a16:creationId xmlns:a16="http://schemas.microsoft.com/office/drawing/2014/main" id="{BA32DDE1-C3C1-0A26-2778-1623FC2A6CAC}"/>
                  </a:ext>
                </a:extLst>
              </p:cNvPr>
              <p:cNvSpPr>
                <a:spLocks noGrp="1"/>
              </p:cNvSpPr>
              <p:nvPr>
                <p:ph idx="1"/>
              </p:nvPr>
            </p:nvSpPr>
            <p:spPr>
              <a:xfrm>
                <a:off x="677334" y="1585913"/>
                <a:ext cx="8596668" cy="4662487"/>
              </a:xfrm>
            </p:spPr>
            <p:txBody>
              <a:bodyPr>
                <a:normAutofit lnSpcReduction="10000"/>
              </a:bodyPr>
              <a:lstStyle/>
              <a:p>
                <a:pPr algn="just" indent="0" lvl="0" marL="0">
                  <a:spcBef>
                    <a:spcPts val="0"/>
                  </a:spcBef>
                  <a:buNone/>
                </a:pPr>
                <a:r>
                  <a:rPr dirty="0" lang="en-US" sz="1800">
                    <a:effectLst/>
                    <a:ea charset="0" panose="02020603050405020304" pitchFamily="18" typeface="Times New Roman"/>
                  </a:rPr>
                  <a:t>1. Use one of the lab computers and put your original values for </a:t>
                </a:r>
                <a14:m>
                  <m:oMath xmlns:m="http://schemas.openxmlformats.org/officeDocument/2006/math">
                    <m:acc>
                      <m:accPr>
                        <m:chr m:val="⃗"/>
                        <m:ctrlPr>
                          <a:rPr b="1" dirty="0" i="1" lang="en-US" smtClean="0">
                            <a:solidFill>
                              <a:prstClr val="black">
                                <a:lumMod val="75000"/>
                                <a:lumOff val="25000"/>
                              </a:prstClr>
                            </a:solidFill>
                            <a:latin charset="0" panose="02040503050406030204" pitchFamily="18" typeface="Cambria Math"/>
                          </a:rPr>
                        </m:ctrlPr>
                      </m:accPr>
                      <m:e>
                        <m:r>
                          <a:rPr b="1" dirty="0" i="1" lang="en-US" smtClean="0">
                            <a:solidFill>
                              <a:prstClr val="black">
                                <a:lumMod val="75000"/>
                                <a:lumOff val="25000"/>
                              </a:prstClr>
                            </a:solidFill>
                            <a:latin charset="0" panose="02040503050406030204" pitchFamily="18" typeface="Cambria Math"/>
                          </a:rPr>
                          <m:t>𝑨</m:t>
                        </m:r>
                      </m:e>
                    </m:acc>
                    <m:r>
                      <a:rPr b="1" dirty="0" i="1" lang="en-US" smtClean="0">
                        <a:solidFill>
                          <a:prstClr val="black">
                            <a:lumMod val="75000"/>
                            <a:lumOff val="25000"/>
                          </a:prstClr>
                        </a:solidFill>
                        <a:latin charset="0" panose="02040503050406030204" pitchFamily="18" typeface="Cambria Math"/>
                      </a:rPr>
                      <m:t> </m:t>
                    </m:r>
                  </m:oMath>
                </a14:m>
                <a:r>
                  <a:rPr dirty="0" lang="en-US" sz="1800">
                    <a:effectLst/>
                    <a:ea charset="0" panose="02020603050405020304" pitchFamily="18" typeface="Times New Roman"/>
                  </a:rPr>
                  <a:t>and </a:t>
                </a:r>
                <a14:m>
                  <m:oMath xmlns:m="http://schemas.openxmlformats.org/officeDocument/2006/math">
                    <m:acc>
                      <m:accPr>
                        <m:chr m:val="⃗"/>
                        <m:ctrlPr>
                          <a:rPr b="1" dirty="0" i="1" lang="en-US">
                            <a:latin charset="0" panose="02040503050406030204" pitchFamily="18" typeface="Cambria Math"/>
                          </a:rPr>
                        </m:ctrlPr>
                      </m:accPr>
                      <m:e>
                        <m:r>
                          <a:rPr b="1" dirty="0" i="1" lang="en-US">
                            <a:latin charset="0" panose="02040503050406030204" pitchFamily="18" typeface="Cambria Math"/>
                          </a:rPr>
                          <m:t>𝑩</m:t>
                        </m:r>
                      </m:e>
                    </m:acc>
                  </m:oMath>
                </a14:m>
                <a:r>
                  <a:rPr dirty="0" lang="en-US" sz="1800">
                    <a:effectLst/>
                    <a:ea charset="0" panose="02020603050405020304" pitchFamily="18" typeface="Times New Roman"/>
                  </a:rPr>
                  <a:t>, along with your experimental value for </a:t>
                </a:r>
                <a14:m>
                  <m:oMath xmlns:m="http://schemas.openxmlformats.org/officeDocument/2006/math">
                    <m:acc>
                      <m:accPr>
                        <m:chr m:val="⃗"/>
                        <m:ctrlPr>
                          <a:rPr b="1" dirty="0" i="1" lang="en-US">
                            <a:latin charset="0" panose="02040503050406030204" pitchFamily="18" typeface="Cambria Math"/>
                          </a:rPr>
                        </m:ctrlPr>
                      </m:accPr>
                      <m:e>
                        <m:r>
                          <a:rPr b="1" dirty="0" i="1" lang="en-US">
                            <a:latin charset="0" panose="02040503050406030204" pitchFamily="18" typeface="Cambria Math"/>
                          </a:rPr>
                          <m:t>𝑪</m:t>
                        </m:r>
                      </m:e>
                    </m:acc>
                  </m:oMath>
                </a14:m>
                <a:r>
                  <a:rPr dirty="0" lang="en-US" sz="1800">
                    <a:effectLst/>
                    <a:ea charset="0" panose="02020603050405020304" pitchFamily="18" typeface="Times New Roman"/>
                  </a:rPr>
                  <a:t> into the Forces and Vectors Spreadsheet which is posted in the Modules area in Canvas. Please enter data only in the spaces that are yellowed and try not to accidentally overwrite the cells which contain formulas. See if the computer calculations confirm your values. Note that the computer rounds off numbers, so format cells if necessary.</a:t>
                </a:r>
              </a:p>
              <a:p>
                <a:pPr algn="just" lvl="0">
                  <a:spcBef>
                    <a:spcPts val="0"/>
                  </a:spcBef>
                  <a:buAutoNum type="arabicPeriod"/>
                </a:pPr>
                <a:endParaRPr dirty="0" lang="en-US">
                  <a:ea charset="0" panose="02020603050405020304" pitchFamily="18" typeface="Times New Roman"/>
                </a:endParaRPr>
              </a:p>
              <a:p>
                <a:pPr algn="just" indent="0" lvl="0" marL="0">
                  <a:spcBef>
                    <a:spcPts val="0"/>
                  </a:spcBef>
                  <a:buNone/>
                </a:pPr>
                <a:r>
                  <a:rPr dirty="0" lang="en-US" sz="1800">
                    <a:effectLst/>
                    <a:ea charset="0" panose="02020603050405020304" pitchFamily="18" typeface="Times New Roman"/>
                  </a:rPr>
                  <a:t>2. Repeat for your selected data, and then print the spreadsheet.</a:t>
                </a:r>
              </a:p>
              <a:p>
                <a:pPr algn="just" indent="0" lvl="0" marL="0">
                  <a:spcBef>
                    <a:spcPts val="0"/>
                  </a:spcBef>
                  <a:buNone/>
                </a:pPr>
                <a:r>
                  <a:rPr dirty="0" lang="en-US" sz="1800">
                    <a:effectLst/>
                    <a:ea charset="0" panose="02020603050405020304" pitchFamily="18" typeface="Times New Roman"/>
                  </a:rPr>
                  <a:t> </a:t>
                </a:r>
              </a:p>
              <a:p>
                <a:pPr algn="just" indent="0" lvl="0" marL="0">
                  <a:spcBef>
                    <a:spcPts val="0"/>
                  </a:spcBef>
                  <a:buNone/>
                </a:pPr>
                <a:r>
                  <a:rPr dirty="0" lang="en-US" sz="1800">
                    <a:effectLst/>
                    <a:ea charset="0" panose="02020603050405020304" pitchFamily="18" typeface="Times New Roman"/>
                  </a:rPr>
                  <a:t>3. Use the lab computers and vary the magnitude and direction of </a:t>
                </a:r>
                <a14:m>
                  <m:oMath xmlns:m="http://schemas.openxmlformats.org/officeDocument/2006/math">
                    <m:acc>
                      <m:accPr>
                        <m:chr m:val="⃗"/>
                        <m:ctrlPr>
                          <a:rPr b="1" dirty="0" i="1" lang="en-US" smtClean="0">
                            <a:solidFill>
                              <a:prstClr val="black">
                                <a:lumMod val="75000"/>
                                <a:lumOff val="25000"/>
                              </a:prstClr>
                            </a:solidFill>
                            <a:latin charset="0" panose="02040503050406030204" pitchFamily="18" typeface="Cambria Math"/>
                          </a:rPr>
                        </m:ctrlPr>
                      </m:accPr>
                      <m:e>
                        <m:r>
                          <a:rPr b="1" dirty="0" i="1" lang="en-US" smtClean="0">
                            <a:solidFill>
                              <a:prstClr val="black">
                                <a:lumMod val="75000"/>
                                <a:lumOff val="25000"/>
                              </a:prstClr>
                            </a:solidFill>
                            <a:latin charset="0" panose="02040503050406030204" pitchFamily="18" typeface="Cambria Math"/>
                          </a:rPr>
                          <m:t>𝑨</m:t>
                        </m:r>
                      </m:e>
                    </m:acc>
                  </m:oMath>
                </a14:m>
                <a:r>
                  <a:rPr dirty="0" lang="en-US" sz="1800">
                    <a:effectLst/>
                    <a:ea charset="0" panose="02020603050405020304" pitchFamily="18" typeface="Times New Roman"/>
                  </a:rPr>
                  <a:t> and </a:t>
                </a:r>
                <a14:m>
                  <m:oMath xmlns:m="http://schemas.openxmlformats.org/officeDocument/2006/math">
                    <m:acc>
                      <m:accPr>
                        <m:chr m:val="⃗"/>
                        <m:ctrlPr>
                          <a:rPr b="1" dirty="0" i="1" lang="en-US">
                            <a:latin charset="0" panose="02040503050406030204" pitchFamily="18" typeface="Cambria Math"/>
                          </a:rPr>
                        </m:ctrlPr>
                      </m:accPr>
                      <m:e>
                        <m:r>
                          <a:rPr b="1" dirty="0" i="1" lang="en-US">
                            <a:latin charset="0" panose="02040503050406030204" pitchFamily="18" typeface="Cambria Math"/>
                          </a:rPr>
                          <m:t>𝑩</m:t>
                        </m:r>
                      </m:e>
                    </m:acc>
                  </m:oMath>
                </a14:m>
                <a:r>
                  <a:rPr dirty="0" lang="en-US" sz="1800">
                    <a:effectLst/>
                    <a:ea charset="0" panose="02020603050405020304" pitchFamily="18" typeface="Times New Roman"/>
                  </a:rPr>
                  <a:t> on the spreadsheet to see how the possible errors or uncertainties in </a:t>
                </a:r>
                <a14:m>
                  <m:oMath xmlns:m="http://schemas.openxmlformats.org/officeDocument/2006/math">
                    <m:acc>
                      <m:accPr>
                        <m:chr m:val="⃗"/>
                        <m:ctrlPr>
                          <a:rPr b="1" dirty="0" i="1" lang="en-US">
                            <a:solidFill>
                              <a:prstClr val="black">
                                <a:lumMod val="75000"/>
                                <a:lumOff val="25000"/>
                              </a:prstClr>
                            </a:solidFill>
                            <a:latin charset="0" panose="02040503050406030204" pitchFamily="18" typeface="Cambria Math"/>
                          </a:rPr>
                        </m:ctrlPr>
                      </m:accPr>
                      <m:e>
                        <m:r>
                          <a:rPr b="1" dirty="0" i="1" lang="en-US">
                            <a:solidFill>
                              <a:prstClr val="black">
                                <a:lumMod val="75000"/>
                                <a:lumOff val="25000"/>
                              </a:prstClr>
                            </a:solidFill>
                            <a:latin charset="0" panose="02040503050406030204" pitchFamily="18" typeface="Cambria Math"/>
                          </a:rPr>
                          <m:t>𝑨</m:t>
                        </m:r>
                      </m:e>
                    </m:acc>
                  </m:oMath>
                </a14:m>
                <a:r>
                  <a:rPr dirty="0" lang="en-US" sz="1800">
                    <a:effectLst/>
                    <a:ea charset="0" panose="02020603050405020304" pitchFamily="18" typeface="Times New Roman"/>
                  </a:rPr>
                  <a:t> and </a:t>
                </a:r>
                <a14:m>
                  <m:oMath xmlns:m="http://schemas.openxmlformats.org/officeDocument/2006/math">
                    <m:acc>
                      <m:accPr>
                        <m:chr m:val="⃗"/>
                        <m:ctrlPr>
                          <a:rPr b="1" dirty="0" i="1" lang="en-US">
                            <a:latin charset="0" panose="02040503050406030204" pitchFamily="18" typeface="Cambria Math"/>
                          </a:rPr>
                        </m:ctrlPr>
                      </m:accPr>
                      <m:e>
                        <m:r>
                          <a:rPr b="1" dirty="0" i="1" lang="en-US">
                            <a:latin charset="0" panose="02040503050406030204" pitchFamily="18" typeface="Cambria Math"/>
                          </a:rPr>
                          <m:t>𝑩</m:t>
                        </m:r>
                      </m:e>
                    </m:acc>
                  </m:oMath>
                </a14:m>
                <a:r>
                  <a:rPr dirty="0" lang="en-US" sz="1800">
                    <a:effectLst/>
                    <a:ea charset="0" panose="02020603050405020304" pitchFamily="18" typeface="Times New Roman"/>
                  </a:rPr>
                  <a:t> would affect your calculated values for </a:t>
                </a:r>
                <a14:m>
                  <m:oMath xmlns:m="http://schemas.openxmlformats.org/officeDocument/2006/math">
                    <m:acc>
                      <m:accPr>
                        <m:chr m:val="⃗"/>
                        <m:ctrlPr>
                          <a:rPr b="1" dirty="0" i="1" lang="en-US">
                            <a:latin charset="0" panose="02040503050406030204" pitchFamily="18" typeface="Cambria Math"/>
                          </a:rPr>
                        </m:ctrlPr>
                      </m:accPr>
                      <m:e>
                        <m:r>
                          <a:rPr b="1" dirty="0" i="1" lang="en-US">
                            <a:latin charset="0" panose="02040503050406030204" pitchFamily="18" typeface="Cambria Math"/>
                          </a:rPr>
                          <m:t>𝑪</m:t>
                        </m:r>
                      </m:e>
                    </m:acc>
                  </m:oMath>
                </a14:m>
                <a:r>
                  <a:rPr dirty="0" lang="en-US"/>
                  <a:t>. </a:t>
                </a:r>
                <a:r>
                  <a:rPr dirty="0" lang="en-US" sz="1800">
                    <a:effectLst/>
                    <a:ea charset="0" panose="02020603050405020304" pitchFamily="18" typeface="Times New Roman"/>
                  </a:rPr>
                  <a:t>Do not record a lot of numbers; just note qualitatively how complex and sometimes surprising the results can be. This is called </a:t>
                </a:r>
                <a:r>
                  <a:rPr b="1" dirty="0" i="1" lang="en-US" sz="1800" u="sng">
                    <a:effectLst/>
                    <a:ea charset="0" panose="02020603050405020304" pitchFamily="18" typeface="Times New Roman"/>
                  </a:rPr>
                  <a:t>parametric analysis</a:t>
                </a:r>
                <a:r>
                  <a:rPr dirty="0" lang="en-US" sz="1800">
                    <a:effectLst/>
                    <a:ea charset="0" panose="02020603050405020304" pitchFamily="18" typeface="Times New Roman"/>
                  </a:rPr>
                  <a:t>. It is extremely useful in assessing what variations or errors in one or more variables will do to a result when the computation is complicated and not transparent to the observer, such as in this case. </a:t>
                </a:r>
              </a:p>
              <a:p>
                <a:pPr algn="just" marL="228600" marR="0">
                  <a:spcBef>
                    <a:spcPts val="0"/>
                  </a:spcBef>
                  <a:spcAft>
                    <a:spcPts val="0"/>
                  </a:spcAft>
                </a:pPr>
                <a:r>
                  <a:rPr b="1" dirty="0" i="1" lang="en-US" sz="1800">
                    <a:effectLst/>
                    <a:ea charset="0" panose="02020603050405020304" pitchFamily="18" typeface="Times New Roman"/>
                  </a:rPr>
                  <a:t>(See Question 2 in Summary &amp; Analysis)</a:t>
                </a:r>
                <a:endParaRPr dirty="0" lang="en-US" sz="1800">
                  <a:effectLst/>
                  <a:ea charset="0" panose="02020603050405020304" pitchFamily="18" typeface="Times New Roman"/>
                </a:endParaRPr>
              </a:p>
            </p:txBody>
          </p:sp>
        </mc:Choice>
        <mc:Fallback>
          <p:sp>
            <p:nvSpPr>
              <p:cNvPr id="3" name="Content Placeholder 2">
                <a:extLst>
                  <a:ext uri="{FF2B5EF4-FFF2-40B4-BE49-F238E27FC236}">
                    <a16:creationId xmlns:a16="http://schemas.microsoft.com/office/drawing/2014/main" id="{BA32DDE1-C3C1-0A26-2778-1623FC2A6CAC}"/>
                  </a:ext>
                </a:extLst>
              </p:cNvPr>
              <p:cNvSpPr>
                <a:spLocks noAdjustHandles="1" noChangeArrowheads="1" noChangeAspect="1" noChangeShapeType="1" noEditPoints="1" noGrp="1" noMove="1" noResize="1" noRot="1" noTextEdit="1"/>
              </p:cNvSpPr>
              <p:nvPr>
                <p:ph idx="1"/>
              </p:nvPr>
            </p:nvSpPr>
            <p:spPr>
              <a:xfrm>
                <a:off x="677334" y="1585913"/>
                <a:ext cx="8596668" cy="4662487"/>
              </a:xfrm>
              <a:blipFill>
                <a:blip r:embed="rId2"/>
                <a:stretch>
                  <a:fillRect l="-567" r="-638" t="-654"/>
                </a:stretch>
              </a:blipFill>
            </p:spPr>
            <p:txBody>
              <a:bodyPr/>
              <a:lstStyle/>
              <a:p>
                <a:r>
                  <a:rPr lang="en-US">
                    <a:noFill/>
                  </a:rPr>
                  <a:t> </a:t>
                </a:r>
              </a:p>
            </p:txBody>
          </p:sp>
        </mc:Fallback>
      </mc:AlternateContent>
    </p:spTree>
    <p:extLst>
      <p:ext uri="{BB962C8B-B14F-4D97-AF65-F5344CB8AC3E}">
        <p14:creationId xmlns:p14="http://schemas.microsoft.com/office/powerpoint/2010/main" val="1836956890"/>
      </p:ext>
    </p:extLst>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41F5B-34E4-E269-A471-1F73E219DDDD}"/>
              </a:ext>
            </a:extLst>
          </p:cNvPr>
          <p:cNvSpPr>
            <a:spLocks noGrp="1"/>
          </p:cNvSpPr>
          <p:nvPr>
            <p:ph type="title"/>
          </p:nvPr>
        </p:nvSpPr>
        <p:spPr>
          <a:xfrm>
            <a:off x="677334" y="609600"/>
            <a:ext cx="8596668" cy="892629"/>
          </a:xfrm>
        </p:spPr>
        <p:txBody>
          <a:bodyPr/>
          <a:lstStyle/>
          <a:p>
            <a:r>
              <a:rPr dirty="0" lang="en-US">
                <a:solidFill>
                  <a:srgbClr val="1391BC"/>
                </a:solidFill>
              </a:rPr>
              <a:t>Summary and Analysis Questions</a:t>
            </a:r>
          </a:p>
        </p:txBody>
      </p:sp>
      <p:sp>
        <p:nvSpPr>
          <p:cNvPr id="3" name="Content Placeholder 2">
            <a:extLst>
              <a:ext uri="{FF2B5EF4-FFF2-40B4-BE49-F238E27FC236}">
                <a16:creationId xmlns:a16="http://schemas.microsoft.com/office/drawing/2014/main" id="{D2D4C419-B6AF-37C1-87EF-A1E81119283D}"/>
              </a:ext>
            </a:extLst>
          </p:cNvPr>
          <p:cNvSpPr>
            <a:spLocks noGrp="1"/>
          </p:cNvSpPr>
          <p:nvPr>
            <p:ph idx="1"/>
          </p:nvPr>
        </p:nvSpPr>
        <p:spPr>
          <a:xfrm>
            <a:off x="677334" y="1642189"/>
            <a:ext cx="8596668" cy="4399174"/>
          </a:xfrm>
        </p:spPr>
        <p:txBody>
          <a:bodyPr>
            <a:normAutofit/>
          </a:bodyPr>
          <a:lstStyle/>
          <a:p>
            <a:pPr indent="0" marL="0">
              <a:buNone/>
            </a:pPr>
            <a:r>
              <a:rPr dirty="0" lang="en-US" sz="2000"/>
              <a:t>1.	Even if your experimental numbers exactly matched the calculated ones, there was still error. </a:t>
            </a:r>
          </a:p>
          <a:p>
            <a:pPr indent="0" marL="0">
              <a:buNone/>
            </a:pPr>
            <a:r>
              <a:rPr dirty="0" lang="en-US" sz="2000"/>
              <a:t>Describe each potential error source (listed below) and classify it as random or systematic.</a:t>
            </a:r>
          </a:p>
          <a:p>
            <a:pPr indent="0" marL="0">
              <a:buNone/>
            </a:pPr>
            <a:r>
              <a:rPr dirty="0" lang="en-US" sz="2000"/>
              <a:t>	a.	Are the pulleys a source of error? How?</a:t>
            </a:r>
          </a:p>
          <a:p>
            <a:pPr indent="0" marL="0">
              <a:buNone/>
            </a:pPr>
            <a:r>
              <a:rPr dirty="0" lang="en-US" sz="2000"/>
              <a:t>	b.	What would an improperly leveled table do to your results?</a:t>
            </a:r>
          </a:p>
          <a:p>
            <a:pPr indent="0" marL="0">
              <a:buNone/>
            </a:pPr>
            <a:r>
              <a:rPr dirty="0" lang="en-US" sz="2000"/>
              <a:t>2.	Explain what you learned from the parametric analysis.</a:t>
            </a:r>
          </a:p>
          <a:p>
            <a:pPr indent="0" marL="0">
              <a:buNone/>
            </a:pPr>
            <a:r>
              <a:rPr dirty="0" lang="en-US" sz="2000"/>
              <a:t>3.	Check calculations using a Spread Sheet</a:t>
            </a:r>
          </a:p>
          <a:p>
            <a:endParaRPr dirty="0" lang="en-US"/>
          </a:p>
        </p:txBody>
      </p:sp>
    </p:spTree>
    <p:extLst>
      <p:ext uri="{BB962C8B-B14F-4D97-AF65-F5344CB8AC3E}">
        <p14:creationId xmlns:p14="http://schemas.microsoft.com/office/powerpoint/2010/main" val="2191404396"/>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customXml/_rels/item1.xml.rels><?xml version="1.0" encoding="UTF-8" standalone="yes"?><Relationships xmlns="http://schemas.openxmlformats.org/package/2006/relationships"><Relationship Id="rId1" Target="itemProps1.xml" Type="http://schemas.openxmlformats.org/officeDocument/2006/relationships/customXmlProps"/></Relationships>
</file>

<file path=customXml/_rels/item2.xml.rels><?xml version="1.0" encoding="UTF-8" standalone="yes"?><Relationships xmlns="http://schemas.openxmlformats.org/package/2006/relationships"><Relationship Id="rId1" Target="itemProps2.xml" Type="http://schemas.openxmlformats.org/officeDocument/2006/relationships/customXmlProps"/></Relationships>
</file>

<file path=customXml/_rels/item3.xml.rels><?xml version="1.0" encoding="UTF-8" standalone="yes"?><Relationships xmlns="http://schemas.openxmlformats.org/package/2006/relationships"><Relationship Id="rId1" Target="itemProps3.xml" Type="http://schemas.openxmlformats.org/officeDocument/2006/relationships/customXmlProps"/></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1F712DCF4E89E4CBCEEA755EF81E88A" ma:contentTypeVersion="14" ma:contentTypeDescription="Create a new document." ma:contentTypeScope="" ma:versionID="320b06b9f9ec334549f95c39935f75f4">
  <xsd:schema xmlns:xsd="http://www.w3.org/2001/XMLSchema" xmlns:xs="http://www.w3.org/2001/XMLSchema" xmlns:p="http://schemas.microsoft.com/office/2006/metadata/properties" xmlns:ns3="4a651b0c-7ca9-450b-9469-de02b14c7408" xmlns:ns4="f6a62fc0-733e-42ba-a4be-6c891c8a1bad" targetNamespace="http://schemas.microsoft.com/office/2006/metadata/properties" ma:root="true" ma:fieldsID="fe10c24339d7c470f32f716063de2098" ns3:_="" ns4:_="">
    <xsd:import namespace="4a651b0c-7ca9-450b-9469-de02b14c7408"/>
    <xsd:import namespace="f6a62fc0-733e-42ba-a4be-6c891c8a1ba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AutoKeyPoints" minOccurs="0"/>
                <xsd:element ref="ns4:MediaServiceKeyPoints" minOccurs="0"/>
                <xsd:element ref="ns4:MediaServiceOCR" minOccurs="0"/>
                <xsd:element ref="ns4:MediaServiceGenerationTime" minOccurs="0"/>
                <xsd:element ref="ns4:MediaServiceEventHashCode" minOccurs="0"/>
                <xsd:element ref="ns4:MediaServiceDateTaken" minOccurs="0"/>
                <xsd:element ref="ns4:MediaServiceLocation" minOccurs="0"/>
                <xsd:element ref="ns4: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a651b0c-7ca9-450b-9469-de02b14c7408"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SharingHintHash" ma:index="10" nillable="true" ma:displayName="Sharing Hint Hash" ma:description=""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6a62fc0-733e-42ba-a4be-6c891c8a1bad" elementFormDefault="qualified">
    <xsd:import namespace="http://schemas.microsoft.com/office/2006/documentManagement/types"/>
    <xsd:import namespace="http://schemas.microsoft.com/office/infopath/2007/PartnerControls"/>
    <xsd:element name="MediaServiceMetadata" ma:index="11" nillable="true" ma:displayName="MediaServiceMetadata" ma:description="" ma:hidden="true" ma:internalName="MediaServiceMetadata" ma:readOnly="true">
      <xsd:simpleType>
        <xsd:restriction base="dms:Note"/>
      </xsd:simpleType>
    </xsd:element>
    <xsd:element name="MediaServiceFastMetadata" ma:index="12" nillable="true" ma:displayName="MediaServiceFastMetadata" ma:description="" ma:hidden="true" ma:internalName="MediaServiceFastMetadata" ma:readOnly="true">
      <xsd:simpleType>
        <xsd:restriction base="dms:Note"/>
      </xsd:simpleType>
    </xsd:element>
    <xsd:element name="MediaServiceAutoTags" ma:index="13" nillable="true" ma:displayName="MediaServiceAutoTags" ma:internalName="MediaServiceAutoTags"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ternalName="MediaServiceDateTaken" ma:readOnly="true">
      <xsd:simpleType>
        <xsd:restriction base="dms:Text"/>
      </xsd:simpleType>
    </xsd:element>
    <xsd:element name="MediaServiceLocation" ma:index="20" nillable="true" ma:displayName="Location" ma:internalName="MediaServiceLocation" ma:readOnly="true">
      <xsd:simpleType>
        <xsd:restriction base="dms:Text"/>
      </xsd:simpleType>
    </xsd:element>
    <xsd:element name="MediaLengthInSeconds" ma:index="21" nillable="true" ma:displayName="Length (seconds)"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AB93822-2944-4290-B4C6-D777A931F92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a651b0c-7ca9-450b-9469-de02b14c7408"/>
    <ds:schemaRef ds:uri="f6a62fc0-733e-42ba-a4be-6c891c8a1ba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1446552-B557-46B8-BEC4-D4B459FF8DDC}">
  <ds:schemaRefs>
    <ds:schemaRef ds:uri="http://schemas.microsoft.com/office/2006/metadata/properties"/>
    <ds:schemaRef ds:uri="http://purl.org/dc/dcmitype/"/>
    <ds:schemaRef ds:uri="http://purl.org/dc/elements/1.1/"/>
    <ds:schemaRef ds:uri="http://schemas.microsoft.com/office/2006/documentManagement/types"/>
    <ds:schemaRef ds:uri="http://purl.org/dc/terms/"/>
    <ds:schemaRef ds:uri="http://schemas.microsoft.com/office/infopath/2007/PartnerControls"/>
    <ds:schemaRef ds:uri="http://schemas.openxmlformats.org/package/2006/metadata/core-properties"/>
    <ds:schemaRef ds:uri="f6a62fc0-733e-42ba-a4be-6c891c8a1bad"/>
    <ds:schemaRef ds:uri="4a651b0c-7ca9-450b-9469-de02b14c7408"/>
    <ds:schemaRef ds:uri="http://www.w3.org/XML/1998/namespace"/>
  </ds:schemaRefs>
</ds:datastoreItem>
</file>

<file path=customXml/itemProps3.xml><?xml version="1.0" encoding="utf-8"?>
<ds:datastoreItem xmlns:ds="http://schemas.openxmlformats.org/officeDocument/2006/customXml" ds:itemID="{7225624F-0EAC-4094-AA61-F8B3C677E67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12591</TotalTime>
  <Words>1513</Words>
  <Application>Microsoft Office PowerPoint</Application>
  <PresentationFormat>Widescreen</PresentationFormat>
  <Paragraphs>171</Paragraphs>
  <Slides>17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Arial</vt:lpstr>
      <vt:lpstr>Calibri</vt:lpstr>
      <vt:lpstr>Cambria Math</vt:lpstr>
      <vt:lpstr>Symbol</vt:lpstr>
      <vt:lpstr>Times New Roman</vt:lpstr>
      <vt:lpstr>Trebuchet MS</vt:lpstr>
      <vt:lpstr>Wingdings 3</vt:lpstr>
      <vt:lpstr>Facet</vt:lpstr>
      <vt:lpstr>Lab 5: Forces and Vectors</vt:lpstr>
      <vt:lpstr>Theory</vt:lpstr>
      <vt:lpstr>Theory, Cont.</vt:lpstr>
      <vt:lpstr>Theory, Cont.</vt:lpstr>
      <vt:lpstr>Introduction</vt:lpstr>
      <vt:lpstr>Vectors on Force Table</vt:lpstr>
      <vt:lpstr>Objective</vt:lpstr>
      <vt:lpstr>Apparatus</vt:lpstr>
      <vt:lpstr>Procedure 1: Balancing Forces </vt:lpstr>
      <vt:lpstr>Procedure 1: Balancing Forces, Cont.</vt:lpstr>
      <vt:lpstr>Analyzing the Experimental Data 1.</vt:lpstr>
      <vt:lpstr>Analyzing the Experimental Data, Cont</vt:lpstr>
      <vt:lpstr>Vector Data Table</vt:lpstr>
      <vt:lpstr>Procedure 2: Balancing Different Forces </vt:lpstr>
      <vt:lpstr>Procedure 2: Balancing Different Forces, Cont</vt:lpstr>
      <vt:lpstr>Check calculations using a Spread Sheet</vt:lpstr>
      <vt:lpstr>Summary and Analysis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2015-03-02T04:15:14Z</dcterms:created>
  <dc:creator>Patrick Hearin</dc:creator>
  <cp:lastModifiedBy>Tyrone Clinton</cp:lastModifiedBy>
  <dcterms:modified xsi:type="dcterms:W3CDTF">2026-03-02T19:40:17Z</dcterms:modified>
  <cp:revision>102</cp:revision>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0x01010071F712DCF4E89E4CBCEEA755EF81E88A</vt:lpwstr>
  </property>
  <property fmtid="{D5CDD505-2E9C-101B-9397-08002B2CF9AE}" pid="3" name="ReadingOrderVerifiedPages">
    <vt:lpwstr>8,12,15</vt:lpwstr>
  </property>
</Properties>
</file>